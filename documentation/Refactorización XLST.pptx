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797675" cy="987266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DOR DURAN TORO" userId="7720fcc2-527f-4800-a8fe-d0dc1d9204f3" providerId="ADAL" clId="{83B80C15-082E-43F8-8953-706C16E39D6E}"/>
    <pc:docChg chg="undo custSel addSld delSld modSld">
      <pc:chgData name="AMADOR DURAN TORO" userId="7720fcc2-527f-4800-a8fe-d0dc1d9204f3" providerId="ADAL" clId="{83B80C15-082E-43F8-8953-706C16E39D6E}" dt="2026-08-03T10:09:33.017" v="1817" actId="1036"/>
      <pc:docMkLst>
        <pc:docMk/>
      </pc:docMkLst>
      <pc:sldChg chg="addSp delSp modSp new mod">
        <pc:chgData name="AMADOR DURAN TORO" userId="7720fcc2-527f-4800-a8fe-d0dc1d9204f3" providerId="ADAL" clId="{83B80C15-082E-43F8-8953-706C16E39D6E}" dt="2026-08-03T10:09:33.017" v="1817" actId="1036"/>
        <pc:sldMkLst>
          <pc:docMk/>
          <pc:sldMk cId="2819336079" sldId="257"/>
        </pc:sldMkLst>
        <pc:spChg chg="add mod">
          <ac:chgData name="AMADOR DURAN TORO" userId="7720fcc2-527f-4800-a8fe-d0dc1d9204f3" providerId="ADAL" clId="{83B80C15-082E-43F8-8953-706C16E39D6E}" dt="2026-07-29T09:28:01.299" v="92" actId="164"/>
          <ac:spMkLst>
            <pc:docMk/>
            <pc:sldMk cId="2819336079" sldId="257"/>
            <ac:spMk id="2" creationId="{17064679-63B8-263B-8047-7572DDE46DA0}"/>
          </ac:spMkLst>
        </pc:spChg>
        <pc:spChg chg="add mod">
          <ac:chgData name="AMADOR DURAN TORO" userId="7720fcc2-527f-4800-a8fe-d0dc1d9204f3" providerId="ADAL" clId="{83B80C15-082E-43F8-8953-706C16E39D6E}" dt="2026-07-29T09:28:01.299" v="92" actId="164"/>
          <ac:spMkLst>
            <pc:docMk/>
            <pc:sldMk cId="2819336079" sldId="257"/>
            <ac:spMk id="3" creationId="{7D5D2527-F4E9-495D-D897-983FE8EB2F27}"/>
          </ac:spMkLst>
        </pc:spChg>
        <pc:spChg chg="add mod">
          <ac:chgData name="AMADOR DURAN TORO" userId="7720fcc2-527f-4800-a8fe-d0dc1d9204f3" providerId="ADAL" clId="{83B80C15-082E-43F8-8953-706C16E39D6E}" dt="2026-07-29T09:28:01.299" v="92" actId="164"/>
          <ac:spMkLst>
            <pc:docMk/>
            <pc:sldMk cId="2819336079" sldId="257"/>
            <ac:spMk id="4" creationId="{1455BCC4-5169-9443-8288-4555B1FCC80D}"/>
          </ac:spMkLst>
        </pc:spChg>
        <pc:spChg chg="add mod">
          <ac:chgData name="AMADOR DURAN TORO" userId="7720fcc2-527f-4800-a8fe-d0dc1d9204f3" providerId="ADAL" clId="{83B80C15-082E-43F8-8953-706C16E39D6E}" dt="2026-07-29T09:28:01.299" v="92" actId="164"/>
          <ac:spMkLst>
            <pc:docMk/>
            <pc:sldMk cId="2819336079" sldId="257"/>
            <ac:spMk id="6" creationId="{F32CA4EF-A121-34F1-401A-D751F16197A2}"/>
          </ac:spMkLst>
        </pc:spChg>
        <pc:spChg chg="add mod">
          <ac:chgData name="AMADOR DURAN TORO" userId="7720fcc2-527f-4800-a8fe-d0dc1d9204f3" providerId="ADAL" clId="{83B80C15-082E-43F8-8953-706C16E39D6E}" dt="2026-08-03T10:08:44.267" v="1681" actId="20577"/>
          <ac:spMkLst>
            <pc:docMk/>
            <pc:sldMk cId="2819336079" sldId="257"/>
            <ac:spMk id="7" creationId="{674D5DE3-352A-9207-6354-E05D87C876ED}"/>
          </ac:spMkLst>
        </pc:spChg>
        <pc:spChg chg="mod">
          <ac:chgData name="AMADOR DURAN TORO" userId="7720fcc2-527f-4800-a8fe-d0dc1d9204f3" providerId="ADAL" clId="{83B80C15-082E-43F8-8953-706C16E39D6E}" dt="2026-08-03T10:09:00.567" v="1697" actId="20577"/>
          <ac:spMkLst>
            <pc:docMk/>
            <pc:sldMk cId="2819336079" sldId="257"/>
            <ac:spMk id="12" creationId="{1C578031-E80B-6CA8-56EF-DD81D3A5118B}"/>
          </ac:spMkLst>
        </pc:spChg>
        <pc:spChg chg="mod">
          <ac:chgData name="AMADOR DURAN TORO" userId="7720fcc2-527f-4800-a8fe-d0dc1d9204f3" providerId="ADAL" clId="{83B80C15-082E-43F8-8953-706C16E39D6E}" dt="2026-07-29T09:30:45.269" v="164"/>
          <ac:spMkLst>
            <pc:docMk/>
            <pc:sldMk cId="2819336079" sldId="257"/>
            <ac:spMk id="13" creationId="{4B049C40-502A-26F7-F2DA-0B17A964DC31}"/>
          </ac:spMkLst>
        </pc:spChg>
        <pc:spChg chg="mod">
          <ac:chgData name="AMADOR DURAN TORO" userId="7720fcc2-527f-4800-a8fe-d0dc1d9204f3" providerId="ADAL" clId="{83B80C15-082E-43F8-8953-706C16E39D6E}" dt="2026-07-29T09:30:45.269" v="164"/>
          <ac:spMkLst>
            <pc:docMk/>
            <pc:sldMk cId="2819336079" sldId="257"/>
            <ac:spMk id="14" creationId="{B5A198C9-91E7-EDA8-CEED-73CD68F88EEA}"/>
          </ac:spMkLst>
        </pc:spChg>
        <pc:spChg chg="mod">
          <ac:chgData name="AMADOR DURAN TORO" userId="7720fcc2-527f-4800-a8fe-d0dc1d9204f3" providerId="ADAL" clId="{83B80C15-082E-43F8-8953-706C16E39D6E}" dt="2026-07-29T09:30:45.269" v="164"/>
          <ac:spMkLst>
            <pc:docMk/>
            <pc:sldMk cId="2819336079" sldId="257"/>
            <ac:spMk id="15" creationId="{F6F8964E-2CF2-475C-E678-5C80969DD47D}"/>
          </ac:spMkLst>
        </pc:spChg>
        <pc:spChg chg="mod">
          <ac:chgData name="AMADOR DURAN TORO" userId="7720fcc2-527f-4800-a8fe-d0dc1d9204f3" providerId="ADAL" clId="{83B80C15-082E-43F8-8953-706C16E39D6E}" dt="2026-07-29T09:30:45.269" v="164"/>
          <ac:spMkLst>
            <pc:docMk/>
            <pc:sldMk cId="2819336079" sldId="257"/>
            <ac:spMk id="16" creationId="{DC9AF111-4947-21E1-5513-AABEBF7D7DF5}"/>
          </ac:spMkLst>
        </pc:spChg>
        <pc:spChg chg="mod">
          <ac:chgData name="AMADOR DURAN TORO" userId="7720fcc2-527f-4800-a8fe-d0dc1d9204f3" providerId="ADAL" clId="{83B80C15-082E-43F8-8953-706C16E39D6E}" dt="2026-07-29T11:00:35.732" v="775" actId="20577"/>
          <ac:spMkLst>
            <pc:docMk/>
            <pc:sldMk cId="2819336079" sldId="257"/>
            <ac:spMk id="21" creationId="{22D7120C-FF8B-8CCB-A222-77A575362504}"/>
          </ac:spMkLst>
        </pc:spChg>
        <pc:spChg chg="mod">
          <ac:chgData name="AMADOR DURAN TORO" userId="7720fcc2-527f-4800-a8fe-d0dc1d9204f3" providerId="ADAL" clId="{83B80C15-082E-43F8-8953-706C16E39D6E}" dt="2026-07-29T09:32:45.589" v="186"/>
          <ac:spMkLst>
            <pc:docMk/>
            <pc:sldMk cId="2819336079" sldId="257"/>
            <ac:spMk id="22" creationId="{F75B7540-6D4E-ED29-8DD4-9CF38E3F61BD}"/>
          </ac:spMkLst>
        </pc:spChg>
        <pc:spChg chg="mod">
          <ac:chgData name="AMADOR DURAN TORO" userId="7720fcc2-527f-4800-a8fe-d0dc1d9204f3" providerId="ADAL" clId="{83B80C15-082E-43F8-8953-706C16E39D6E}" dt="2026-07-29T09:32:45.589" v="186"/>
          <ac:spMkLst>
            <pc:docMk/>
            <pc:sldMk cId="2819336079" sldId="257"/>
            <ac:spMk id="23" creationId="{66B1FC35-9546-B1B9-DCE3-E37002AA373E}"/>
          </ac:spMkLst>
        </pc:spChg>
        <pc:spChg chg="mod">
          <ac:chgData name="AMADOR DURAN TORO" userId="7720fcc2-527f-4800-a8fe-d0dc1d9204f3" providerId="ADAL" clId="{83B80C15-082E-43F8-8953-706C16E39D6E}" dt="2026-07-29T09:32:45.589" v="186"/>
          <ac:spMkLst>
            <pc:docMk/>
            <pc:sldMk cId="2819336079" sldId="257"/>
            <ac:spMk id="24" creationId="{0C982ABC-0729-EB55-1D40-58736BA61E24}"/>
          </ac:spMkLst>
        </pc:spChg>
        <pc:spChg chg="mod">
          <ac:chgData name="AMADOR DURAN TORO" userId="7720fcc2-527f-4800-a8fe-d0dc1d9204f3" providerId="ADAL" clId="{83B80C15-082E-43F8-8953-706C16E39D6E}" dt="2026-07-29T09:32:45.589" v="186"/>
          <ac:spMkLst>
            <pc:docMk/>
            <pc:sldMk cId="2819336079" sldId="257"/>
            <ac:spMk id="25" creationId="{A190EB33-B865-5199-1B2E-40A941AFDBCC}"/>
          </ac:spMkLst>
        </pc:spChg>
        <pc:spChg chg="mod">
          <ac:chgData name="AMADOR DURAN TORO" userId="7720fcc2-527f-4800-a8fe-d0dc1d9204f3" providerId="ADAL" clId="{83B80C15-082E-43F8-8953-706C16E39D6E}" dt="2026-07-29T10:25:51.439" v="649" actId="113"/>
          <ac:spMkLst>
            <pc:docMk/>
            <pc:sldMk cId="2819336079" sldId="257"/>
            <ac:spMk id="33" creationId="{B1E3BF1D-83F4-67ED-938E-1AA4A39C2F1D}"/>
          </ac:spMkLst>
        </pc:spChg>
        <pc:spChg chg="mod">
          <ac:chgData name="AMADOR DURAN TORO" userId="7720fcc2-527f-4800-a8fe-d0dc1d9204f3" providerId="ADAL" clId="{83B80C15-082E-43F8-8953-706C16E39D6E}" dt="2026-07-29T09:38:35.212" v="357"/>
          <ac:spMkLst>
            <pc:docMk/>
            <pc:sldMk cId="2819336079" sldId="257"/>
            <ac:spMk id="34" creationId="{5F485F8C-4F23-296B-22DB-5EC25311DDDD}"/>
          </ac:spMkLst>
        </pc:spChg>
        <pc:spChg chg="mod">
          <ac:chgData name="AMADOR DURAN TORO" userId="7720fcc2-527f-4800-a8fe-d0dc1d9204f3" providerId="ADAL" clId="{83B80C15-082E-43F8-8953-706C16E39D6E}" dt="2026-07-29T09:38:35.212" v="357"/>
          <ac:spMkLst>
            <pc:docMk/>
            <pc:sldMk cId="2819336079" sldId="257"/>
            <ac:spMk id="35" creationId="{21923DB3-1891-B1C8-89D2-E44F777BB0F5}"/>
          </ac:spMkLst>
        </pc:spChg>
        <pc:spChg chg="mod">
          <ac:chgData name="AMADOR DURAN TORO" userId="7720fcc2-527f-4800-a8fe-d0dc1d9204f3" providerId="ADAL" clId="{83B80C15-082E-43F8-8953-706C16E39D6E}" dt="2026-07-29T09:38:35.212" v="357"/>
          <ac:spMkLst>
            <pc:docMk/>
            <pc:sldMk cId="2819336079" sldId="257"/>
            <ac:spMk id="36" creationId="{772CB71A-F89F-6CBD-1A3F-EA618C83D017}"/>
          </ac:spMkLst>
        </pc:spChg>
        <pc:spChg chg="mod">
          <ac:chgData name="AMADOR DURAN TORO" userId="7720fcc2-527f-4800-a8fe-d0dc1d9204f3" providerId="ADAL" clId="{83B80C15-082E-43F8-8953-706C16E39D6E}" dt="2026-07-29T09:38:35.212" v="357"/>
          <ac:spMkLst>
            <pc:docMk/>
            <pc:sldMk cId="2819336079" sldId="257"/>
            <ac:spMk id="37" creationId="{54264CB6-1C16-E884-443A-DE6E3F6C3AC7}"/>
          </ac:spMkLst>
        </pc:spChg>
        <pc:spChg chg="mod ord topLvl">
          <ac:chgData name="AMADOR DURAN TORO" userId="7720fcc2-527f-4800-a8fe-d0dc1d9204f3" providerId="ADAL" clId="{83B80C15-082E-43F8-8953-706C16E39D6E}" dt="2026-07-29T10:26:05.622" v="652" actId="164"/>
          <ac:spMkLst>
            <pc:docMk/>
            <pc:sldMk cId="2819336079" sldId="257"/>
            <ac:spMk id="41" creationId="{8C136538-826F-7B21-BDE3-6DAC7FCE08B4}"/>
          </ac:spMkLst>
        </pc:spChg>
        <pc:spChg chg="add mod">
          <ac:chgData name="AMADOR DURAN TORO" userId="7720fcc2-527f-4800-a8fe-d0dc1d9204f3" providerId="ADAL" clId="{83B80C15-082E-43F8-8953-706C16E39D6E}" dt="2026-07-29T10:26:05.622" v="652" actId="164"/>
          <ac:spMkLst>
            <pc:docMk/>
            <pc:sldMk cId="2819336079" sldId="257"/>
            <ac:spMk id="46" creationId="{E3187664-9148-5F17-2EDD-39B034953DE3}"/>
          </ac:spMkLst>
        </pc:spChg>
        <pc:spChg chg="mod">
          <ac:chgData name="AMADOR DURAN TORO" userId="7720fcc2-527f-4800-a8fe-d0dc1d9204f3" providerId="ADAL" clId="{83B80C15-082E-43F8-8953-706C16E39D6E}" dt="2026-07-29T10:30:39.844" v="679"/>
          <ac:spMkLst>
            <pc:docMk/>
            <pc:sldMk cId="2819336079" sldId="257"/>
            <ac:spMk id="55" creationId="{A7674ED7-DD73-78E2-A213-D9A45E550F51}"/>
          </ac:spMkLst>
        </pc:spChg>
        <pc:spChg chg="mod">
          <ac:chgData name="AMADOR DURAN TORO" userId="7720fcc2-527f-4800-a8fe-d0dc1d9204f3" providerId="ADAL" clId="{83B80C15-082E-43F8-8953-706C16E39D6E}" dt="2026-07-29T10:30:39.844" v="679"/>
          <ac:spMkLst>
            <pc:docMk/>
            <pc:sldMk cId="2819336079" sldId="257"/>
            <ac:spMk id="56" creationId="{A02878B7-C352-9BDA-0EBC-CEF9C4051C9F}"/>
          </ac:spMkLst>
        </pc:spChg>
        <pc:spChg chg="mod">
          <ac:chgData name="AMADOR DURAN TORO" userId="7720fcc2-527f-4800-a8fe-d0dc1d9204f3" providerId="ADAL" clId="{83B80C15-082E-43F8-8953-706C16E39D6E}" dt="2026-07-29T11:00:44.956" v="784" actId="20577"/>
          <ac:spMkLst>
            <pc:docMk/>
            <pc:sldMk cId="2819336079" sldId="257"/>
            <ac:spMk id="59" creationId="{9E43A517-FE3B-3989-E93E-E3C1697DED66}"/>
          </ac:spMkLst>
        </pc:spChg>
        <pc:spChg chg="mod">
          <ac:chgData name="AMADOR DURAN TORO" userId="7720fcc2-527f-4800-a8fe-d0dc1d9204f3" providerId="ADAL" clId="{83B80C15-082E-43F8-8953-706C16E39D6E}" dt="2026-07-29T10:30:39.844" v="679"/>
          <ac:spMkLst>
            <pc:docMk/>
            <pc:sldMk cId="2819336079" sldId="257"/>
            <ac:spMk id="60" creationId="{1F870E46-F936-412B-D2D5-4D87531792A9}"/>
          </ac:spMkLst>
        </pc:spChg>
        <pc:spChg chg="mod">
          <ac:chgData name="AMADOR DURAN TORO" userId="7720fcc2-527f-4800-a8fe-d0dc1d9204f3" providerId="ADAL" clId="{83B80C15-082E-43F8-8953-706C16E39D6E}" dt="2026-07-29T10:30:39.844" v="679"/>
          <ac:spMkLst>
            <pc:docMk/>
            <pc:sldMk cId="2819336079" sldId="257"/>
            <ac:spMk id="61" creationId="{D63F6FE7-1290-0FC6-E6D5-9020805568AE}"/>
          </ac:spMkLst>
        </pc:spChg>
        <pc:spChg chg="mod">
          <ac:chgData name="AMADOR DURAN TORO" userId="7720fcc2-527f-4800-a8fe-d0dc1d9204f3" providerId="ADAL" clId="{83B80C15-082E-43F8-8953-706C16E39D6E}" dt="2026-07-29T10:30:39.844" v="679"/>
          <ac:spMkLst>
            <pc:docMk/>
            <pc:sldMk cId="2819336079" sldId="257"/>
            <ac:spMk id="62" creationId="{8DF8366C-7F9A-903B-921B-05EC15D6FF51}"/>
          </ac:spMkLst>
        </pc:spChg>
        <pc:spChg chg="mod">
          <ac:chgData name="AMADOR DURAN TORO" userId="7720fcc2-527f-4800-a8fe-d0dc1d9204f3" providerId="ADAL" clId="{83B80C15-082E-43F8-8953-706C16E39D6E}" dt="2026-07-29T10:30:39.844" v="679"/>
          <ac:spMkLst>
            <pc:docMk/>
            <pc:sldMk cId="2819336079" sldId="257"/>
            <ac:spMk id="63" creationId="{03A10D9C-315E-04F9-E597-2AF729028A7B}"/>
          </ac:spMkLst>
        </pc:spChg>
        <pc:spChg chg="add mod">
          <ac:chgData name="AMADOR DURAN TORO" userId="7720fcc2-527f-4800-a8fe-d0dc1d9204f3" providerId="ADAL" clId="{83B80C15-082E-43F8-8953-706C16E39D6E}" dt="2026-08-03T10:09:25.577" v="1791" actId="1038"/>
          <ac:spMkLst>
            <pc:docMk/>
            <pc:sldMk cId="2819336079" sldId="257"/>
            <ac:spMk id="64" creationId="{1786C432-8E86-CCD3-8379-3E7D10A6E541}"/>
          </ac:spMkLst>
        </pc:spChg>
        <pc:spChg chg="add mod">
          <ac:chgData name="AMADOR DURAN TORO" userId="7720fcc2-527f-4800-a8fe-d0dc1d9204f3" providerId="ADAL" clId="{83B80C15-082E-43F8-8953-706C16E39D6E}" dt="2026-08-03T10:09:33.017" v="1817" actId="1036"/>
          <ac:spMkLst>
            <pc:docMk/>
            <pc:sldMk cId="2819336079" sldId="257"/>
            <ac:spMk id="67" creationId="{D24FAF2D-E58B-E8D5-CB96-5975E649A6B0}"/>
          </ac:spMkLst>
        </pc:spChg>
        <pc:spChg chg="add mod">
          <ac:chgData name="AMADOR DURAN TORO" userId="7720fcc2-527f-4800-a8fe-d0dc1d9204f3" providerId="ADAL" clId="{83B80C15-082E-43F8-8953-706C16E39D6E}" dt="2026-07-29T11:17:37.172" v="906" actId="20577"/>
          <ac:spMkLst>
            <pc:docMk/>
            <pc:sldMk cId="2819336079" sldId="257"/>
            <ac:spMk id="70" creationId="{AF65ADA0-D707-3473-5669-FACA39C0FA85}"/>
          </ac:spMkLst>
        </pc:spChg>
        <pc:spChg chg="add mod">
          <ac:chgData name="AMADOR DURAN TORO" userId="7720fcc2-527f-4800-a8fe-d0dc1d9204f3" providerId="ADAL" clId="{83B80C15-082E-43F8-8953-706C16E39D6E}" dt="2026-07-29T11:17:32.278" v="904" actId="20577"/>
          <ac:spMkLst>
            <pc:docMk/>
            <pc:sldMk cId="2819336079" sldId="257"/>
            <ac:spMk id="73" creationId="{493739A5-3E1E-D337-1E94-934EE3A7F95B}"/>
          </ac:spMkLst>
        </pc:spChg>
        <pc:spChg chg="mod">
          <ac:chgData name="AMADOR DURAN TORO" userId="7720fcc2-527f-4800-a8fe-d0dc1d9204f3" providerId="ADAL" clId="{83B80C15-082E-43F8-8953-706C16E39D6E}" dt="2026-07-29T11:21:13.868" v="1080"/>
          <ac:spMkLst>
            <pc:docMk/>
            <pc:sldMk cId="2819336079" sldId="257"/>
            <ac:spMk id="75" creationId="{B7C58EEE-2F0D-FB66-A8E0-F66BD226C6C6}"/>
          </ac:spMkLst>
        </pc:spChg>
        <pc:spChg chg="mod">
          <ac:chgData name="AMADOR DURAN TORO" userId="7720fcc2-527f-4800-a8fe-d0dc1d9204f3" providerId="ADAL" clId="{83B80C15-082E-43F8-8953-706C16E39D6E}" dt="2026-07-29T11:21:13.868" v="1080"/>
          <ac:spMkLst>
            <pc:docMk/>
            <pc:sldMk cId="2819336079" sldId="257"/>
            <ac:spMk id="76" creationId="{3BBC060C-440D-1BCE-EA5D-12FE890FD7C4}"/>
          </ac:spMkLst>
        </pc:spChg>
        <pc:spChg chg="mod">
          <ac:chgData name="AMADOR DURAN TORO" userId="7720fcc2-527f-4800-a8fe-d0dc1d9204f3" providerId="ADAL" clId="{83B80C15-082E-43F8-8953-706C16E39D6E}" dt="2026-07-29T11:23:46.881" v="1292" actId="20577"/>
          <ac:spMkLst>
            <pc:docMk/>
            <pc:sldMk cId="2819336079" sldId="257"/>
            <ac:spMk id="79" creationId="{E53E0E3C-68CD-CE33-9ECF-847B3FB9B25F}"/>
          </ac:spMkLst>
        </pc:spChg>
        <pc:spChg chg="mod">
          <ac:chgData name="AMADOR DURAN TORO" userId="7720fcc2-527f-4800-a8fe-d0dc1d9204f3" providerId="ADAL" clId="{83B80C15-082E-43F8-8953-706C16E39D6E}" dt="2026-07-29T11:21:13.868" v="1080"/>
          <ac:spMkLst>
            <pc:docMk/>
            <pc:sldMk cId="2819336079" sldId="257"/>
            <ac:spMk id="80" creationId="{0B2E6A18-0E7C-48F8-6870-15EE49F40B87}"/>
          </ac:spMkLst>
        </pc:spChg>
        <pc:spChg chg="mod">
          <ac:chgData name="AMADOR DURAN TORO" userId="7720fcc2-527f-4800-a8fe-d0dc1d9204f3" providerId="ADAL" clId="{83B80C15-082E-43F8-8953-706C16E39D6E}" dt="2026-07-29T11:21:13.868" v="1080"/>
          <ac:spMkLst>
            <pc:docMk/>
            <pc:sldMk cId="2819336079" sldId="257"/>
            <ac:spMk id="81" creationId="{693FB8EF-CFDB-D468-02A5-9678C23B9876}"/>
          </ac:spMkLst>
        </pc:spChg>
        <pc:spChg chg="mod">
          <ac:chgData name="AMADOR DURAN TORO" userId="7720fcc2-527f-4800-a8fe-d0dc1d9204f3" providerId="ADAL" clId="{83B80C15-082E-43F8-8953-706C16E39D6E}" dt="2026-07-29T11:21:13.868" v="1080"/>
          <ac:spMkLst>
            <pc:docMk/>
            <pc:sldMk cId="2819336079" sldId="257"/>
            <ac:spMk id="82" creationId="{968CB7CB-73FF-521D-22BC-F9C5C7F76ECA}"/>
          </ac:spMkLst>
        </pc:spChg>
        <pc:spChg chg="mod">
          <ac:chgData name="AMADOR DURAN TORO" userId="7720fcc2-527f-4800-a8fe-d0dc1d9204f3" providerId="ADAL" clId="{83B80C15-082E-43F8-8953-706C16E39D6E}" dt="2026-07-29T11:21:13.868" v="1080"/>
          <ac:spMkLst>
            <pc:docMk/>
            <pc:sldMk cId="2819336079" sldId="257"/>
            <ac:spMk id="83" creationId="{F4827443-3EB7-F554-A6B5-7D796F7F38E2}"/>
          </ac:spMkLst>
        </pc:spChg>
        <pc:spChg chg="mod">
          <ac:chgData name="AMADOR DURAN TORO" userId="7720fcc2-527f-4800-a8fe-d0dc1d9204f3" providerId="ADAL" clId="{83B80C15-082E-43F8-8953-706C16E39D6E}" dt="2026-07-29T11:26:24.511" v="1665" actId="688"/>
          <ac:spMkLst>
            <pc:docMk/>
            <pc:sldMk cId="2819336079" sldId="257"/>
            <ac:spMk id="86" creationId="{D5D419F1-C1C6-5945-231B-A4DDC7FA84FD}"/>
          </ac:spMkLst>
        </pc:spChg>
        <pc:spChg chg="mod">
          <ac:chgData name="AMADOR DURAN TORO" userId="7720fcc2-527f-4800-a8fe-d0dc1d9204f3" providerId="ADAL" clId="{83B80C15-082E-43F8-8953-706C16E39D6E}" dt="2026-07-29T11:26:02.981" v="1661" actId="1035"/>
          <ac:spMkLst>
            <pc:docMk/>
            <pc:sldMk cId="2819336079" sldId="257"/>
            <ac:spMk id="91" creationId="{E6C868AC-002E-BFE8-F8CF-E2135F5BE5D3}"/>
          </ac:spMkLst>
        </pc:spChg>
        <pc:grpChg chg="add mod">
          <ac:chgData name="AMADOR DURAN TORO" userId="7720fcc2-527f-4800-a8fe-d0dc1d9204f3" providerId="ADAL" clId="{83B80C15-082E-43F8-8953-706C16E39D6E}" dt="2026-07-29T09:29:15.819" v="141" actId="164"/>
          <ac:grpSpMkLst>
            <pc:docMk/>
            <pc:sldMk cId="2819336079" sldId="257"/>
            <ac:grpSpMk id="8" creationId="{9EBE1449-D81D-B768-19F0-D971FEA456B3}"/>
          </ac:grpSpMkLst>
        </pc:grpChg>
        <pc:grpChg chg="add mod">
          <ac:chgData name="AMADOR DURAN TORO" userId="7720fcc2-527f-4800-a8fe-d0dc1d9204f3" providerId="ADAL" clId="{83B80C15-082E-43F8-8953-706C16E39D6E}" dt="2026-08-03T10:09:17.192" v="1761" actId="1038"/>
          <ac:grpSpMkLst>
            <pc:docMk/>
            <pc:sldMk cId="2819336079" sldId="257"/>
            <ac:grpSpMk id="9" creationId="{CC0A697A-707A-F1C9-F7D9-90B6FBBE4BEA}"/>
          </ac:grpSpMkLst>
        </pc:grpChg>
        <pc:grpChg chg="add mod">
          <ac:chgData name="AMADOR DURAN TORO" userId="7720fcc2-527f-4800-a8fe-d0dc1d9204f3" providerId="ADAL" clId="{83B80C15-082E-43F8-8953-706C16E39D6E}" dt="2026-08-03T10:09:10.187" v="1734" actId="1038"/>
          <ac:grpSpMkLst>
            <pc:docMk/>
            <pc:sldMk cId="2819336079" sldId="257"/>
            <ac:grpSpMk id="10" creationId="{F377AAEE-2DD2-1F7B-FA90-6582D415F138}"/>
          </ac:grpSpMkLst>
        </pc:grpChg>
        <pc:grpChg chg="mod">
          <ac:chgData name="AMADOR DURAN TORO" userId="7720fcc2-527f-4800-a8fe-d0dc1d9204f3" providerId="ADAL" clId="{83B80C15-082E-43F8-8953-706C16E39D6E}" dt="2026-07-29T09:30:45.269" v="164"/>
          <ac:grpSpMkLst>
            <pc:docMk/>
            <pc:sldMk cId="2819336079" sldId="257"/>
            <ac:grpSpMk id="11" creationId="{1D0EB5C5-644C-4F57-C0AC-6DABF9834D66}"/>
          </ac:grpSpMkLst>
        </pc:grpChg>
        <pc:grpChg chg="add mod">
          <ac:chgData name="AMADOR DURAN TORO" userId="7720fcc2-527f-4800-a8fe-d0dc1d9204f3" providerId="ADAL" clId="{83B80C15-082E-43F8-8953-706C16E39D6E}" dt="2026-07-29T10:29:18.480" v="678" actId="1076"/>
          <ac:grpSpMkLst>
            <pc:docMk/>
            <pc:sldMk cId="2819336079" sldId="257"/>
            <ac:grpSpMk id="19" creationId="{F8769996-3B9C-850A-D865-32C6DA47F638}"/>
          </ac:grpSpMkLst>
        </pc:grpChg>
        <pc:grpChg chg="mod">
          <ac:chgData name="AMADOR DURAN TORO" userId="7720fcc2-527f-4800-a8fe-d0dc1d9204f3" providerId="ADAL" clId="{83B80C15-082E-43F8-8953-706C16E39D6E}" dt="2026-07-29T09:32:45.589" v="186"/>
          <ac:grpSpMkLst>
            <pc:docMk/>
            <pc:sldMk cId="2819336079" sldId="257"/>
            <ac:grpSpMk id="20" creationId="{08D16A4F-244A-E630-5790-2108799B4050}"/>
          </ac:grpSpMkLst>
        </pc:grpChg>
        <pc:grpChg chg="add mod ord">
          <ac:chgData name="AMADOR DURAN TORO" userId="7720fcc2-527f-4800-a8fe-d0dc1d9204f3" providerId="ADAL" clId="{83B80C15-082E-43F8-8953-706C16E39D6E}" dt="2026-07-29T10:26:05.622" v="652" actId="164"/>
          <ac:grpSpMkLst>
            <pc:docMk/>
            <pc:sldMk cId="2819336079" sldId="257"/>
            <ac:grpSpMk id="31" creationId="{9349A896-DC2B-C69C-61E7-AB96EABAD36C}"/>
          </ac:grpSpMkLst>
        </pc:grpChg>
        <pc:grpChg chg="mod">
          <ac:chgData name="AMADOR DURAN TORO" userId="7720fcc2-527f-4800-a8fe-d0dc1d9204f3" providerId="ADAL" clId="{83B80C15-082E-43F8-8953-706C16E39D6E}" dt="2026-07-29T09:38:35.212" v="357"/>
          <ac:grpSpMkLst>
            <pc:docMk/>
            <pc:sldMk cId="2819336079" sldId="257"/>
            <ac:grpSpMk id="32" creationId="{E2961790-6E76-16DB-848A-87E80B614C9F}"/>
          </ac:grpSpMkLst>
        </pc:grpChg>
        <pc:grpChg chg="add mod">
          <ac:chgData name="AMADOR DURAN TORO" userId="7720fcc2-527f-4800-a8fe-d0dc1d9204f3" providerId="ADAL" clId="{83B80C15-082E-43F8-8953-706C16E39D6E}" dt="2026-07-29T10:28:49.006" v="676" actId="1076"/>
          <ac:grpSpMkLst>
            <pc:docMk/>
            <pc:sldMk cId="2819336079" sldId="257"/>
            <ac:grpSpMk id="47" creationId="{C1C69799-1C2C-BE6F-51A6-DA542BC382A1}"/>
          </ac:grpSpMkLst>
        </pc:grpChg>
        <pc:grpChg chg="add mod">
          <ac:chgData name="AMADOR DURAN TORO" userId="7720fcc2-527f-4800-a8fe-d0dc1d9204f3" providerId="ADAL" clId="{83B80C15-082E-43F8-8953-706C16E39D6E}" dt="2026-07-29T11:25:27.774" v="1580" actId="1037"/>
          <ac:grpSpMkLst>
            <pc:docMk/>
            <pc:sldMk cId="2819336079" sldId="257"/>
            <ac:grpSpMk id="54" creationId="{A23AA981-B602-8DC8-7061-0A6D2CAECAE3}"/>
          </ac:grpSpMkLst>
        </pc:grpChg>
        <pc:grpChg chg="mod">
          <ac:chgData name="AMADOR DURAN TORO" userId="7720fcc2-527f-4800-a8fe-d0dc1d9204f3" providerId="ADAL" clId="{83B80C15-082E-43F8-8953-706C16E39D6E}" dt="2026-07-29T10:30:39.844" v="679"/>
          <ac:grpSpMkLst>
            <pc:docMk/>
            <pc:sldMk cId="2819336079" sldId="257"/>
            <ac:grpSpMk id="57" creationId="{47DADE44-B894-1921-7C7C-7E0A6F35EEC3}"/>
          </ac:grpSpMkLst>
        </pc:grpChg>
        <pc:grpChg chg="mod">
          <ac:chgData name="AMADOR DURAN TORO" userId="7720fcc2-527f-4800-a8fe-d0dc1d9204f3" providerId="ADAL" clId="{83B80C15-082E-43F8-8953-706C16E39D6E}" dt="2026-07-29T10:30:39.844" v="679"/>
          <ac:grpSpMkLst>
            <pc:docMk/>
            <pc:sldMk cId="2819336079" sldId="257"/>
            <ac:grpSpMk id="58" creationId="{5CF60781-530B-4F27-A76F-A9B1F66D1591}"/>
          </ac:grpSpMkLst>
        </pc:grpChg>
        <pc:grpChg chg="add mod">
          <ac:chgData name="AMADOR DURAN TORO" userId="7720fcc2-527f-4800-a8fe-d0dc1d9204f3" providerId="ADAL" clId="{83B80C15-082E-43F8-8953-706C16E39D6E}" dt="2026-07-29T11:17:10.909" v="899"/>
          <ac:grpSpMkLst>
            <pc:docMk/>
            <pc:sldMk cId="2819336079" sldId="257"/>
            <ac:grpSpMk id="65" creationId="{99761DB2-FD31-4092-05CC-9EA49C4EBC6E}"/>
          </ac:grpSpMkLst>
        </pc:grpChg>
        <pc:grpChg chg="add mod">
          <ac:chgData name="AMADOR DURAN TORO" userId="7720fcc2-527f-4800-a8fe-d0dc1d9204f3" providerId="ADAL" clId="{83B80C15-082E-43F8-8953-706C16E39D6E}" dt="2026-07-29T11:17:39.884" v="907"/>
          <ac:grpSpMkLst>
            <pc:docMk/>
            <pc:sldMk cId="2819336079" sldId="257"/>
            <ac:grpSpMk id="68" creationId="{28A57137-A486-476B-9E05-17576D158E4D}"/>
          </ac:grpSpMkLst>
        </pc:grpChg>
        <pc:grpChg chg="add mod">
          <ac:chgData name="AMADOR DURAN TORO" userId="7720fcc2-527f-4800-a8fe-d0dc1d9204f3" providerId="ADAL" clId="{83B80C15-082E-43F8-8953-706C16E39D6E}" dt="2026-07-29T11:17:36.109" v="905"/>
          <ac:grpSpMkLst>
            <pc:docMk/>
            <pc:sldMk cId="2819336079" sldId="257"/>
            <ac:grpSpMk id="71" creationId="{145324AC-0262-CB00-43C0-99F72411298D}"/>
          </ac:grpSpMkLst>
        </pc:grpChg>
        <pc:grpChg chg="add mod">
          <ac:chgData name="AMADOR DURAN TORO" userId="7720fcc2-527f-4800-a8fe-d0dc1d9204f3" providerId="ADAL" clId="{83B80C15-082E-43F8-8953-706C16E39D6E}" dt="2026-07-29T11:25:13.075" v="1570" actId="1037"/>
          <ac:grpSpMkLst>
            <pc:docMk/>
            <pc:sldMk cId="2819336079" sldId="257"/>
            <ac:grpSpMk id="74" creationId="{F8069411-1866-AB8E-011B-D99612C30FDE}"/>
          </ac:grpSpMkLst>
        </pc:grpChg>
        <pc:grpChg chg="mod">
          <ac:chgData name="AMADOR DURAN TORO" userId="7720fcc2-527f-4800-a8fe-d0dc1d9204f3" providerId="ADAL" clId="{83B80C15-082E-43F8-8953-706C16E39D6E}" dt="2026-07-29T11:21:13.868" v="1080"/>
          <ac:grpSpMkLst>
            <pc:docMk/>
            <pc:sldMk cId="2819336079" sldId="257"/>
            <ac:grpSpMk id="77" creationId="{44BE8E21-6C46-A3F3-5234-37B1130367A5}"/>
          </ac:grpSpMkLst>
        </pc:grpChg>
        <pc:grpChg chg="mod">
          <ac:chgData name="AMADOR DURAN TORO" userId="7720fcc2-527f-4800-a8fe-d0dc1d9204f3" providerId="ADAL" clId="{83B80C15-082E-43F8-8953-706C16E39D6E}" dt="2026-07-29T11:21:13.868" v="1080"/>
          <ac:grpSpMkLst>
            <pc:docMk/>
            <pc:sldMk cId="2819336079" sldId="257"/>
            <ac:grpSpMk id="78" creationId="{6E0630E8-074C-14B1-8545-0159F10E95A7}"/>
          </ac:grpSpMkLst>
        </pc:grpChg>
        <pc:grpChg chg="add mod">
          <ac:chgData name="AMADOR DURAN TORO" userId="7720fcc2-527f-4800-a8fe-d0dc1d9204f3" providerId="ADAL" clId="{83B80C15-082E-43F8-8953-706C16E39D6E}" dt="2026-07-29T11:20:10.745" v="1014" actId="1038"/>
          <ac:grpSpMkLst>
            <pc:docMk/>
            <pc:sldMk cId="2819336079" sldId="257"/>
            <ac:grpSpMk id="84" creationId="{ACA2D23F-5CDD-87F1-4CC4-0A3334B881D8}"/>
          </ac:grpSpMkLst>
        </pc:grpChg>
        <pc:grpChg chg="add mod">
          <ac:chgData name="AMADOR DURAN TORO" userId="7720fcc2-527f-4800-a8fe-d0dc1d9204f3" providerId="ADAL" clId="{83B80C15-082E-43F8-8953-706C16E39D6E}" dt="2026-07-29T11:24:14.673" v="1296" actId="1076"/>
          <ac:grpSpMkLst>
            <pc:docMk/>
            <pc:sldMk cId="2819336079" sldId="257"/>
            <ac:grpSpMk id="89" creationId="{FE84955B-A51F-DDAB-7D93-3D82E4F26346}"/>
          </ac:grpSpMkLst>
        </pc:grpChg>
        <pc:cxnChg chg="add mod">
          <ac:chgData name="AMADOR DURAN TORO" userId="7720fcc2-527f-4800-a8fe-d0dc1d9204f3" providerId="ADAL" clId="{83B80C15-082E-43F8-8953-706C16E39D6E}" dt="2026-08-03T10:09:17.192" v="1761" actId="1038"/>
          <ac:cxnSpMkLst>
            <pc:docMk/>
            <pc:sldMk cId="2819336079" sldId="257"/>
            <ac:cxnSpMk id="18" creationId="{F74A507F-EE4B-4DA7-6BA9-6F6CB3C63426}"/>
          </ac:cxnSpMkLst>
        </pc:cxnChg>
        <pc:cxnChg chg="add mod">
          <ac:chgData name="AMADOR DURAN TORO" userId="7720fcc2-527f-4800-a8fe-d0dc1d9204f3" providerId="ADAL" clId="{83B80C15-082E-43F8-8953-706C16E39D6E}" dt="2026-08-03T10:09:17.192" v="1761" actId="1038"/>
          <ac:cxnSpMkLst>
            <pc:docMk/>
            <pc:sldMk cId="2819336079" sldId="257"/>
            <ac:cxnSpMk id="26" creationId="{AE79F4CF-4E86-12C8-B697-C918632CDB19}"/>
          </ac:cxnSpMkLst>
        </pc:cxnChg>
        <pc:cxnChg chg="add mod">
          <ac:chgData name="AMADOR DURAN TORO" userId="7720fcc2-527f-4800-a8fe-d0dc1d9204f3" providerId="ADAL" clId="{83B80C15-082E-43F8-8953-706C16E39D6E}" dt="2026-08-03T10:09:10.187" v="1734" actId="1038"/>
          <ac:cxnSpMkLst>
            <pc:docMk/>
            <pc:sldMk cId="2819336079" sldId="257"/>
            <ac:cxnSpMk id="49" creationId="{2146B891-6E23-D761-DA47-C4AFCBF5E52E}"/>
          </ac:cxnSpMkLst>
        </pc:cxnChg>
        <pc:cxnChg chg="add mod">
          <ac:chgData name="AMADOR DURAN TORO" userId="7720fcc2-527f-4800-a8fe-d0dc1d9204f3" providerId="ADAL" clId="{83B80C15-082E-43F8-8953-706C16E39D6E}" dt="2026-07-29T11:17:36.109" v="905"/>
          <ac:cxnSpMkLst>
            <pc:docMk/>
            <pc:sldMk cId="2819336079" sldId="257"/>
            <ac:cxnSpMk id="50" creationId="{4B92321E-F4A3-DD04-E680-002956F137C3}"/>
          </ac:cxnSpMkLst>
        </pc:cxnChg>
        <pc:cxnChg chg="mod">
          <ac:chgData name="AMADOR DURAN TORO" userId="7720fcc2-527f-4800-a8fe-d0dc1d9204f3" providerId="ADAL" clId="{83B80C15-082E-43F8-8953-706C16E39D6E}" dt="2026-07-29T11:25:27.774" v="1580" actId="1037"/>
          <ac:cxnSpMkLst>
            <pc:docMk/>
            <pc:sldMk cId="2819336079" sldId="257"/>
            <ac:cxnSpMk id="85" creationId="{6E4AD026-030C-EFE1-9A59-FD9BD5C4D0C5}"/>
          </ac:cxnSpMkLst>
        </pc:cxnChg>
        <pc:cxnChg chg="mod">
          <ac:chgData name="AMADOR DURAN TORO" userId="7720fcc2-527f-4800-a8fe-d0dc1d9204f3" providerId="ADAL" clId="{83B80C15-082E-43F8-8953-706C16E39D6E}" dt="2026-07-29T11:25:13.075" v="1570" actId="1037"/>
          <ac:cxnSpMkLst>
            <pc:docMk/>
            <pc:sldMk cId="2819336079" sldId="257"/>
            <ac:cxnSpMk id="90" creationId="{D428341B-EEEE-E6D7-C913-4A8F5F84CAE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2D0C-FE99-23FA-5113-C0214C970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D93156-6AD0-7A9D-AB61-EB2C98193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8162A7-33A9-435C-CDFA-6CFEE415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009E42-C83F-E248-BAFC-EDE4AF3C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0ED2C3-4642-D35E-2F4D-AB343010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64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80D0A-5603-33D9-B64B-1DFEF117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3CC5DB-2DAB-DD71-4CCF-8606F16EC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26582-8D6B-CE3C-A236-62B7C381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66BDA-F8F2-54B4-F4CE-CD71D5AB3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CDD2E6-E458-4FF9-4862-5CF58E3A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2325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3C457-CD1F-77E1-0B72-9714776A0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DB4C64-FF67-FEB0-B0F8-560D72EA3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D7EE42-301D-9954-BF20-C5F703CE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2155AA-DE2B-81C5-9F01-062221AF0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C60F6B-655F-A10D-827F-249E6CD0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355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CAB8B-B05B-21E9-7DB5-B48F0628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82E35B-B5C7-35A3-B730-AF674A6D8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096D77-9383-D588-4ED5-FEC232567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73978-5307-44EC-70A6-8EAC4F81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9B7F0F-A494-6964-9312-5A16168D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0D7E16-A4E0-BB99-D8CC-659AECD5D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5625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478AE-E715-826A-9F5E-65577A4E2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89D0D4-B04C-135F-4860-00CCEA7C2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066DA4-8A15-D3D6-8718-333D47254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A8C6CE-B5A2-36DD-5013-F82CB28EF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80A3722-7F2F-927B-03BF-09D835AED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0E47F5-C41F-F7BD-65F0-1100351C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8A02D7-D83F-D803-DAC8-127B05F3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9AFD52-E653-97D3-B338-F4C4EF14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842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7926A-0568-06BE-85D7-64B7E54B7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00F3B1-4EC8-0CDE-EF64-08C06A258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8065F6E-CBEE-A138-6FAB-A68BDE47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D535D1-CD28-48F7-FCCE-D298E04F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1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FC137D9-13E0-9FA0-B9FC-7696122A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B396C9F-174E-EC69-16B3-D58207381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1BF03A-A837-6A4A-F299-8B9DBA091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407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96E95-2738-76AC-CDA7-140FD6B5D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1C264A-073E-71D1-4DA8-E39739517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2B22D3-C9DA-7D4B-29A4-E52E76085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CF6257-7B36-9188-751F-66075EA2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613414-27E1-8D1E-7287-0534B432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7901DA-CDBF-3AB6-D67F-6966637D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928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54694-B41C-BC86-0990-A60C17612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CDE581B-7C73-1193-4DB8-629B8D7AE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36D362-F790-9E58-FBED-F5B1155D8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23F69F-C81E-4604-889C-CA796B06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5E5ADC-A6FE-3808-BF24-3B4B33C9A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54B919-F3D1-25C7-7027-AD05218A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122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12689E-648D-247B-BAC6-C888F169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2FC62D-03E2-B427-F40D-37CBEB761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7432F0-4AC5-0B0F-3C68-C17D777F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D25E81-FC34-ABFE-4582-F0BEB33B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D15802-33ED-D434-B035-B93D1A86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816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3DEF87-F7E6-FC96-C074-035A0A983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6F7369-5188-6D55-3456-5E8E4C767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AD3109-0D5D-AC1A-C51C-9E16D993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35CED4-D495-25A3-C908-37A9423C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996A75-ABC8-E59A-66D4-29C22FAA6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005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104F1B-1EBF-0CF1-AE63-1F3A1333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F7ED19-8318-EF35-44B8-FCC949903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795027-2592-DDCE-842E-EB886133E6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65D2E-367D-4F9D-9E24-4F44260CE426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2E6EA2-632C-0E8A-FEC4-93946B6B6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CB07E6-A6C2-0445-3447-BE9EF2E08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C853F-297B-4D0E-8F10-8E1C6202F4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40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CC0A697A-707A-F1C9-F7D9-90B6FBBE4BEA}"/>
              </a:ext>
            </a:extLst>
          </p:cNvPr>
          <p:cNvGrpSpPr/>
          <p:nvPr/>
        </p:nvGrpSpPr>
        <p:grpSpPr>
          <a:xfrm>
            <a:off x="2643298" y="276463"/>
            <a:ext cx="3634969" cy="1426190"/>
            <a:chOff x="873387" y="1307911"/>
            <a:chExt cx="3634969" cy="1426190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9EBE1449-D81D-B768-19F0-D971FEA456B3}"/>
                </a:ext>
              </a:extLst>
            </p:cNvPr>
            <p:cNvGrpSpPr/>
            <p:nvPr/>
          </p:nvGrpSpPr>
          <p:grpSpPr>
            <a:xfrm>
              <a:off x="2288562" y="1307911"/>
              <a:ext cx="804605" cy="882387"/>
              <a:chOff x="2100116" y="1161875"/>
              <a:chExt cx="1070929" cy="1174458"/>
            </a:xfrm>
          </p:grpSpPr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17064679-63B8-263B-8047-7572DDE46DA0}"/>
                  </a:ext>
                </a:extLst>
              </p:cNvPr>
              <p:cNvSpPr/>
              <p:nvPr/>
            </p:nvSpPr>
            <p:spPr>
              <a:xfrm>
                <a:off x="2336341" y="1161875"/>
                <a:ext cx="834704" cy="11744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7D5D2527-F4E9-495D-D897-983FE8EB2F27}"/>
                  </a:ext>
                </a:extLst>
              </p:cNvPr>
              <p:cNvSpPr/>
              <p:nvPr/>
            </p:nvSpPr>
            <p:spPr>
              <a:xfrm>
                <a:off x="2100116" y="1305718"/>
                <a:ext cx="644427" cy="21145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1455BCC4-5169-9443-8288-4555B1FCC80D}"/>
                  </a:ext>
                </a:extLst>
              </p:cNvPr>
              <p:cNvSpPr/>
              <p:nvPr/>
            </p:nvSpPr>
            <p:spPr>
              <a:xfrm>
                <a:off x="2100116" y="1639180"/>
                <a:ext cx="644427" cy="21145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F32CA4EF-A121-34F1-401A-D751F16197A2}"/>
                  </a:ext>
                </a:extLst>
              </p:cNvPr>
              <p:cNvSpPr/>
              <p:nvPr/>
            </p:nvSpPr>
            <p:spPr>
              <a:xfrm>
                <a:off x="2100116" y="1972642"/>
                <a:ext cx="644427" cy="21145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74D5DE3-352A-9207-6354-E05D87C876ED}"/>
                </a:ext>
              </a:extLst>
            </p:cNvPr>
            <p:cNvSpPr txBox="1"/>
            <p:nvPr/>
          </p:nvSpPr>
          <p:spPr>
            <a:xfrm>
              <a:off x="873387" y="2210881"/>
              <a:ext cx="36349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400" dirty="0">
                  <a:latin typeface="+mj-lt"/>
                </a:rPr>
                <a:t>default_xx_XX.xsl</a:t>
              </a:r>
            </a:p>
            <a:p>
              <a:pPr algn="ctr"/>
              <a:r>
                <a:rPr lang="es-ES" sz="1400" dirty="0">
                  <a:latin typeface="+mj-lt"/>
                </a:rPr>
                <a:t>(uno por idioma, sólo incluye a los dos archivos)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F377AAEE-2DD2-1F7B-FA90-6582D415F138}"/>
              </a:ext>
            </a:extLst>
          </p:cNvPr>
          <p:cNvGrpSpPr/>
          <p:nvPr/>
        </p:nvGrpSpPr>
        <p:grpSpPr>
          <a:xfrm>
            <a:off x="25473" y="941432"/>
            <a:ext cx="3780651" cy="1641634"/>
            <a:chOff x="800552" y="1307911"/>
            <a:chExt cx="3780651" cy="1641634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1D0EB5C5-644C-4F57-C0AC-6DABF9834D66}"/>
                </a:ext>
              </a:extLst>
            </p:cNvPr>
            <p:cNvGrpSpPr/>
            <p:nvPr/>
          </p:nvGrpSpPr>
          <p:grpSpPr>
            <a:xfrm>
              <a:off x="2288562" y="1307911"/>
              <a:ext cx="804605" cy="882387"/>
              <a:chOff x="2100116" y="1161875"/>
              <a:chExt cx="1070929" cy="1174458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4B049C40-502A-26F7-F2DA-0B17A964DC31}"/>
                  </a:ext>
                </a:extLst>
              </p:cNvPr>
              <p:cNvSpPr/>
              <p:nvPr/>
            </p:nvSpPr>
            <p:spPr>
              <a:xfrm>
                <a:off x="2336341" y="1161875"/>
                <a:ext cx="834704" cy="11744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id="{B5A198C9-91E7-EDA8-CEED-73CD68F88EEA}"/>
                  </a:ext>
                </a:extLst>
              </p:cNvPr>
              <p:cNvSpPr/>
              <p:nvPr/>
            </p:nvSpPr>
            <p:spPr>
              <a:xfrm>
                <a:off x="2100116" y="1305718"/>
                <a:ext cx="644427" cy="21145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F6F8964E-2CF2-475C-E678-5C80969DD47D}"/>
                  </a:ext>
                </a:extLst>
              </p:cNvPr>
              <p:cNvSpPr/>
              <p:nvPr/>
            </p:nvSpPr>
            <p:spPr>
              <a:xfrm>
                <a:off x="2100116" y="1639180"/>
                <a:ext cx="644427" cy="21145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DC9AF111-4947-21E1-5513-AABEBF7D7DF5}"/>
                  </a:ext>
                </a:extLst>
              </p:cNvPr>
              <p:cNvSpPr/>
              <p:nvPr/>
            </p:nvSpPr>
            <p:spPr>
              <a:xfrm>
                <a:off x="2100116" y="1972642"/>
                <a:ext cx="644427" cy="21145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1C578031-E80B-6CA8-56EF-DD81D3A5118B}"/>
                </a:ext>
              </a:extLst>
            </p:cNvPr>
            <p:cNvSpPr txBox="1"/>
            <p:nvPr/>
          </p:nvSpPr>
          <p:spPr>
            <a:xfrm>
              <a:off x="800552" y="2210881"/>
              <a:ext cx="3780651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400" dirty="0">
                  <a:latin typeface="+mj-lt"/>
                </a:rPr>
                <a:t>I18n/i18n_xx_XX.xsl</a:t>
              </a:r>
            </a:p>
            <a:p>
              <a:pPr algn="ctr"/>
              <a:r>
                <a:rPr lang="es-ES" sz="1400" dirty="0">
                  <a:latin typeface="+mj-lt"/>
                </a:rPr>
                <a:t>(uno por idioma, traduce todas las variables XSLT)</a:t>
              </a:r>
              <a:endParaRPr lang="es-ES" sz="1400" b="1" dirty="0">
                <a:latin typeface="+mj-lt"/>
              </a:endParaRPr>
            </a:p>
            <a:p>
              <a:pPr algn="ctr"/>
              <a:r>
                <a:rPr lang="es-ES" sz="1400" b="1" dirty="0">
                  <a:latin typeface="+mj-lt"/>
                </a:rPr>
                <a:t>Para el perfil básico, sobran muchas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8769996-3B9C-850A-D865-32C6DA47F638}"/>
              </a:ext>
            </a:extLst>
          </p:cNvPr>
          <p:cNvGrpSpPr/>
          <p:nvPr/>
        </p:nvGrpSpPr>
        <p:grpSpPr>
          <a:xfrm>
            <a:off x="6525252" y="941432"/>
            <a:ext cx="1384097" cy="1210747"/>
            <a:chOff x="1998826" y="1307911"/>
            <a:chExt cx="1384097" cy="1210747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08D16A4F-244A-E630-5790-2108799B4050}"/>
                </a:ext>
              </a:extLst>
            </p:cNvPr>
            <p:cNvGrpSpPr/>
            <p:nvPr/>
          </p:nvGrpSpPr>
          <p:grpSpPr>
            <a:xfrm>
              <a:off x="2288562" y="1307911"/>
              <a:ext cx="804605" cy="882387"/>
              <a:chOff x="2100116" y="1161875"/>
              <a:chExt cx="1070929" cy="1174458"/>
            </a:xfrm>
          </p:grpSpPr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F75B7540-6D4E-ED29-8DD4-9CF38E3F61BD}"/>
                  </a:ext>
                </a:extLst>
              </p:cNvPr>
              <p:cNvSpPr/>
              <p:nvPr/>
            </p:nvSpPr>
            <p:spPr>
              <a:xfrm>
                <a:off x="2336341" y="1161875"/>
                <a:ext cx="834704" cy="117445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66B1FC35-9546-B1B9-DCE3-E37002AA373E}"/>
                  </a:ext>
                </a:extLst>
              </p:cNvPr>
              <p:cNvSpPr/>
              <p:nvPr/>
            </p:nvSpPr>
            <p:spPr>
              <a:xfrm>
                <a:off x="2100116" y="1305718"/>
                <a:ext cx="644427" cy="21145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0C982ABC-0729-EB55-1D40-58736BA61E24}"/>
                  </a:ext>
                </a:extLst>
              </p:cNvPr>
              <p:cNvSpPr/>
              <p:nvPr/>
            </p:nvSpPr>
            <p:spPr>
              <a:xfrm>
                <a:off x="2100116" y="1639180"/>
                <a:ext cx="644427" cy="21145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A190EB33-B865-5199-1B2E-40A941AFDBCC}"/>
                  </a:ext>
                </a:extLst>
              </p:cNvPr>
              <p:cNvSpPr/>
              <p:nvPr/>
            </p:nvSpPr>
            <p:spPr>
              <a:xfrm>
                <a:off x="2100116" y="1972642"/>
                <a:ext cx="644427" cy="21145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22D7120C-FF8B-8CCB-A222-77A575362504}"/>
                </a:ext>
              </a:extLst>
            </p:cNvPr>
            <p:cNvSpPr txBox="1"/>
            <p:nvPr/>
          </p:nvSpPr>
          <p:spPr>
            <a:xfrm>
              <a:off x="1998826" y="2210881"/>
              <a:ext cx="13840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400" dirty="0">
                  <a:latin typeface="+mj-lt"/>
                </a:rPr>
                <a:t>default_main.xsl</a:t>
              </a:r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C1C69799-1C2C-BE6F-51A6-DA542BC382A1}"/>
              </a:ext>
            </a:extLst>
          </p:cNvPr>
          <p:cNvGrpSpPr/>
          <p:nvPr/>
        </p:nvGrpSpPr>
        <p:grpSpPr>
          <a:xfrm>
            <a:off x="2330323" y="3149273"/>
            <a:ext cx="3341941" cy="2301269"/>
            <a:chOff x="4425036" y="3311364"/>
            <a:chExt cx="3341941" cy="2301269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E3187664-9148-5F17-2EDD-39B034953DE3}"/>
                </a:ext>
              </a:extLst>
            </p:cNvPr>
            <p:cNvSpPr/>
            <p:nvPr/>
          </p:nvSpPr>
          <p:spPr>
            <a:xfrm>
              <a:off x="6164551" y="3311364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8C136538-826F-7B21-BDE3-6DAC7FCE08B4}"/>
                </a:ext>
              </a:extLst>
            </p:cNvPr>
            <p:cNvSpPr/>
            <p:nvPr/>
          </p:nvSpPr>
          <p:spPr>
            <a:xfrm>
              <a:off x="6017856" y="3425738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9349A896-DC2B-C69C-61E7-AB96EABAD36C}"/>
                </a:ext>
              </a:extLst>
            </p:cNvPr>
            <p:cNvGrpSpPr/>
            <p:nvPr/>
          </p:nvGrpSpPr>
          <p:grpSpPr>
            <a:xfrm>
              <a:off x="4425036" y="3540112"/>
              <a:ext cx="3341941" cy="2072521"/>
              <a:chOff x="1019916" y="1307911"/>
              <a:chExt cx="3341941" cy="2072521"/>
            </a:xfrm>
          </p:grpSpPr>
          <p:grpSp>
            <p:nvGrpSpPr>
              <p:cNvPr id="32" name="Grupo 31">
                <a:extLst>
                  <a:ext uri="{FF2B5EF4-FFF2-40B4-BE49-F238E27FC236}">
                    <a16:creationId xmlns:a16="http://schemas.microsoft.com/office/drawing/2014/main" id="{E2961790-6E76-16DB-848A-87E80B614C9F}"/>
                  </a:ext>
                </a:extLst>
              </p:cNvPr>
              <p:cNvGrpSpPr/>
              <p:nvPr/>
            </p:nvGrpSpPr>
            <p:grpSpPr>
              <a:xfrm>
                <a:off x="2288562" y="1307911"/>
                <a:ext cx="804605" cy="882387"/>
                <a:chOff x="2100116" y="1161875"/>
                <a:chExt cx="1070929" cy="1174458"/>
              </a:xfrm>
            </p:grpSpPr>
            <p:sp>
              <p:nvSpPr>
                <p:cNvPr id="34" name="Rectángulo 33">
                  <a:extLst>
                    <a:ext uri="{FF2B5EF4-FFF2-40B4-BE49-F238E27FC236}">
                      <a16:creationId xmlns:a16="http://schemas.microsoft.com/office/drawing/2014/main" id="{5F485F8C-4F23-296B-22DB-5EC25311DDDD}"/>
                    </a:ext>
                  </a:extLst>
                </p:cNvPr>
                <p:cNvSpPr/>
                <p:nvPr/>
              </p:nvSpPr>
              <p:spPr>
                <a:xfrm>
                  <a:off x="2336341" y="1161875"/>
                  <a:ext cx="834704" cy="117445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35" name="Elipse 34">
                  <a:extLst>
                    <a:ext uri="{FF2B5EF4-FFF2-40B4-BE49-F238E27FC236}">
                      <a16:creationId xmlns:a16="http://schemas.microsoft.com/office/drawing/2014/main" id="{21923DB3-1891-B1C8-89D2-E44F777BB0F5}"/>
                    </a:ext>
                  </a:extLst>
                </p:cNvPr>
                <p:cNvSpPr/>
                <p:nvPr/>
              </p:nvSpPr>
              <p:spPr>
                <a:xfrm>
                  <a:off x="2100116" y="1305718"/>
                  <a:ext cx="644427" cy="21145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36" name="Rectángulo 35">
                  <a:extLst>
                    <a:ext uri="{FF2B5EF4-FFF2-40B4-BE49-F238E27FC236}">
                      <a16:creationId xmlns:a16="http://schemas.microsoft.com/office/drawing/2014/main" id="{772CB71A-F89F-6CBD-1A3F-EA618C83D017}"/>
                    </a:ext>
                  </a:extLst>
                </p:cNvPr>
                <p:cNvSpPr/>
                <p:nvPr/>
              </p:nvSpPr>
              <p:spPr>
                <a:xfrm>
                  <a:off x="2100116" y="1639180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37" name="Rectángulo 36">
                  <a:extLst>
                    <a:ext uri="{FF2B5EF4-FFF2-40B4-BE49-F238E27FC236}">
                      <a16:creationId xmlns:a16="http://schemas.microsoft.com/office/drawing/2014/main" id="{54264CB6-1C16-E884-443A-DE6E3F6C3AC7}"/>
                    </a:ext>
                  </a:extLst>
                </p:cNvPr>
                <p:cNvSpPr/>
                <p:nvPr/>
              </p:nvSpPr>
              <p:spPr>
                <a:xfrm>
                  <a:off x="2100116" y="1972642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1E3BF1D-83F4-67ED-938E-1AA4A39C2F1D}"/>
                  </a:ext>
                </a:extLst>
              </p:cNvPr>
              <p:cNvSpPr txBox="1"/>
              <p:nvPr/>
            </p:nvSpPr>
            <p:spPr>
              <a:xfrm>
                <a:off x="1019916" y="2210881"/>
                <a:ext cx="3341941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400" dirty="0" err="1">
                    <a:latin typeface="+mj-lt"/>
                  </a:rPr>
                  <a:t>labels</a:t>
                </a:r>
                <a:r>
                  <a:rPr lang="es-ES" sz="1400" dirty="0">
                    <a:latin typeface="+mj-lt"/>
                  </a:rPr>
                  <a:t>/property_labels.xsl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labels</a:t>
                </a:r>
                <a:r>
                  <a:rPr lang="es-ES" sz="1400" dirty="0">
                    <a:latin typeface="+mj-lt"/>
                  </a:rPr>
                  <a:t>/enumeration_labels.xsl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labels</a:t>
                </a:r>
                <a:r>
                  <a:rPr lang="es-ES" sz="1400" dirty="0">
                    <a:latin typeface="+mj-lt"/>
                  </a:rPr>
                  <a:t>/trace_type_labels.xsl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(diccionarios basados en las variables i18n)</a:t>
                </a:r>
              </a:p>
              <a:p>
                <a:pPr algn="ctr"/>
                <a:r>
                  <a:rPr lang="es-ES" sz="1400" b="1" dirty="0">
                    <a:latin typeface="+mj-lt"/>
                  </a:rPr>
                  <a:t>Para el perfil básico, sobran algunas</a:t>
                </a:r>
              </a:p>
            </p:txBody>
          </p:sp>
        </p:grpSp>
      </p:grpSp>
      <p:cxnSp>
        <p:nvCxnSpPr>
          <p:cNvPr id="49" name="Conector: curvado 48">
            <a:extLst>
              <a:ext uri="{FF2B5EF4-FFF2-40B4-BE49-F238E27FC236}">
                <a16:creationId xmlns:a16="http://schemas.microsoft.com/office/drawing/2014/main" id="{2146B891-6E23-D761-DA47-C4AFCBF5E52E}"/>
              </a:ext>
            </a:extLst>
          </p:cNvPr>
          <p:cNvCxnSpPr>
            <a:cxnSpLocks/>
            <a:stCxn id="36" idx="1"/>
            <a:endCxn id="12" idx="2"/>
          </p:cNvCxnSpPr>
          <p:nvPr/>
        </p:nvCxnSpPr>
        <p:spPr>
          <a:xfrm rot="10800000">
            <a:off x="1915799" y="2583067"/>
            <a:ext cx="1683170" cy="1232997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Grupo 53">
            <a:extLst>
              <a:ext uri="{FF2B5EF4-FFF2-40B4-BE49-F238E27FC236}">
                <a16:creationId xmlns:a16="http://schemas.microsoft.com/office/drawing/2014/main" id="{A23AA981-B602-8DC8-7061-0A6D2CAECAE3}"/>
              </a:ext>
            </a:extLst>
          </p:cNvPr>
          <p:cNvGrpSpPr/>
          <p:nvPr/>
        </p:nvGrpSpPr>
        <p:grpSpPr>
          <a:xfrm>
            <a:off x="5977284" y="3136744"/>
            <a:ext cx="1549975" cy="2085825"/>
            <a:chOff x="5321017" y="3311364"/>
            <a:chExt cx="1549975" cy="2085825"/>
          </a:xfrm>
        </p:grpSpPr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A7674ED7-DD73-78E2-A213-D9A45E550F51}"/>
                </a:ext>
              </a:extLst>
            </p:cNvPr>
            <p:cNvSpPr/>
            <p:nvPr/>
          </p:nvSpPr>
          <p:spPr>
            <a:xfrm>
              <a:off x="6164551" y="3311364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A02878B7-C352-9BDA-0EBC-CEF9C4051C9F}"/>
                </a:ext>
              </a:extLst>
            </p:cNvPr>
            <p:cNvSpPr/>
            <p:nvPr/>
          </p:nvSpPr>
          <p:spPr>
            <a:xfrm>
              <a:off x="6017856" y="3425738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47DADE44-B894-1921-7C7C-7E0A6F35EEC3}"/>
                </a:ext>
              </a:extLst>
            </p:cNvPr>
            <p:cNvGrpSpPr/>
            <p:nvPr/>
          </p:nvGrpSpPr>
          <p:grpSpPr>
            <a:xfrm>
              <a:off x="5321017" y="3540112"/>
              <a:ext cx="1549975" cy="1857077"/>
              <a:chOff x="1915897" y="1307911"/>
              <a:chExt cx="1549975" cy="1857077"/>
            </a:xfrm>
          </p:grpSpPr>
          <p:grpSp>
            <p:nvGrpSpPr>
              <p:cNvPr id="58" name="Grupo 57">
                <a:extLst>
                  <a:ext uri="{FF2B5EF4-FFF2-40B4-BE49-F238E27FC236}">
                    <a16:creationId xmlns:a16="http://schemas.microsoft.com/office/drawing/2014/main" id="{5CF60781-530B-4F27-A76F-A9B1F66D1591}"/>
                  </a:ext>
                </a:extLst>
              </p:cNvPr>
              <p:cNvGrpSpPr/>
              <p:nvPr/>
            </p:nvGrpSpPr>
            <p:grpSpPr>
              <a:xfrm>
                <a:off x="2288562" y="1307911"/>
                <a:ext cx="804605" cy="882387"/>
                <a:chOff x="2100116" y="1161875"/>
                <a:chExt cx="1070929" cy="1174458"/>
              </a:xfrm>
            </p:grpSpPr>
            <p:sp>
              <p:nvSpPr>
                <p:cNvPr id="60" name="Rectángulo 59">
                  <a:extLst>
                    <a:ext uri="{FF2B5EF4-FFF2-40B4-BE49-F238E27FC236}">
                      <a16:creationId xmlns:a16="http://schemas.microsoft.com/office/drawing/2014/main" id="{1F870E46-F936-412B-D2D5-4D87531792A9}"/>
                    </a:ext>
                  </a:extLst>
                </p:cNvPr>
                <p:cNvSpPr/>
                <p:nvPr/>
              </p:nvSpPr>
              <p:spPr>
                <a:xfrm>
                  <a:off x="2336341" y="1161875"/>
                  <a:ext cx="834704" cy="117445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1" name="Elipse 60">
                  <a:extLst>
                    <a:ext uri="{FF2B5EF4-FFF2-40B4-BE49-F238E27FC236}">
                      <a16:creationId xmlns:a16="http://schemas.microsoft.com/office/drawing/2014/main" id="{D63F6FE7-1290-0FC6-E6D5-9020805568AE}"/>
                    </a:ext>
                  </a:extLst>
                </p:cNvPr>
                <p:cNvSpPr/>
                <p:nvPr/>
              </p:nvSpPr>
              <p:spPr>
                <a:xfrm>
                  <a:off x="2100116" y="1305718"/>
                  <a:ext cx="644427" cy="21145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2" name="Rectángulo 61">
                  <a:extLst>
                    <a:ext uri="{FF2B5EF4-FFF2-40B4-BE49-F238E27FC236}">
                      <a16:creationId xmlns:a16="http://schemas.microsoft.com/office/drawing/2014/main" id="{8DF8366C-7F9A-903B-921B-05EC15D6FF51}"/>
                    </a:ext>
                  </a:extLst>
                </p:cNvPr>
                <p:cNvSpPr/>
                <p:nvPr/>
              </p:nvSpPr>
              <p:spPr>
                <a:xfrm>
                  <a:off x="2100116" y="1639180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3" name="Rectángulo 62">
                  <a:extLst>
                    <a:ext uri="{FF2B5EF4-FFF2-40B4-BE49-F238E27FC236}">
                      <a16:creationId xmlns:a16="http://schemas.microsoft.com/office/drawing/2014/main" id="{03A10D9C-315E-04F9-E597-2AF729028A7B}"/>
                    </a:ext>
                  </a:extLst>
                </p:cNvPr>
                <p:cNvSpPr/>
                <p:nvPr/>
              </p:nvSpPr>
              <p:spPr>
                <a:xfrm>
                  <a:off x="2100116" y="1972642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9E43A517-FE3B-3989-E93E-E3C1697DED66}"/>
                  </a:ext>
                </a:extLst>
              </p:cNvPr>
              <p:cNvSpPr txBox="1"/>
              <p:nvPr/>
            </p:nvSpPr>
            <p:spPr>
              <a:xfrm>
                <a:off x="1915897" y="2210881"/>
                <a:ext cx="1549975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400" dirty="0" err="1">
                    <a:latin typeface="+mj-lt"/>
                  </a:rPr>
                  <a:t>core</a:t>
                </a:r>
                <a:r>
                  <a:rPr lang="es-ES" sz="1400" dirty="0">
                    <a:latin typeface="+mj-lt"/>
                  </a:rPr>
                  <a:t>/utilities.xsl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core</a:t>
                </a:r>
                <a:r>
                  <a:rPr lang="es-ES" sz="1400" dirty="0">
                    <a:latin typeface="+mj-lt"/>
                  </a:rPr>
                  <a:t>/properties.xsl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core</a:t>
                </a:r>
                <a:r>
                  <a:rPr lang="es-ES" sz="1400" dirty="0">
                    <a:latin typeface="+mj-lt"/>
                  </a:rPr>
                  <a:t>/document.xsl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core</a:t>
                </a:r>
                <a:r>
                  <a:rPr lang="es-ES" sz="1400" dirty="0">
                    <a:latin typeface="+mj-lt"/>
                  </a:rPr>
                  <a:t>/cover.xsl</a:t>
                </a:r>
              </a:p>
            </p:txBody>
          </p:sp>
        </p:grp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99761DB2-FD31-4092-05CC-9EA49C4EBC6E}"/>
              </a:ext>
            </a:extLst>
          </p:cNvPr>
          <p:cNvGrpSpPr/>
          <p:nvPr/>
        </p:nvGrpSpPr>
        <p:grpSpPr>
          <a:xfrm>
            <a:off x="2318088" y="714505"/>
            <a:ext cx="1740385" cy="668121"/>
            <a:chOff x="2318088" y="714505"/>
            <a:chExt cx="1740385" cy="668121"/>
          </a:xfrm>
        </p:grpSpPr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F74A507F-EE4B-4DA7-6BA9-6F6CB3C63426}"/>
                </a:ext>
              </a:extLst>
            </p:cNvPr>
            <p:cNvCxnSpPr>
              <a:cxnSpLocks/>
              <a:stCxn id="4" idx="1"/>
              <a:endCxn id="13" idx="3"/>
            </p:cNvCxnSpPr>
            <p:nvPr/>
          </p:nvCxnSpPr>
          <p:spPr>
            <a:xfrm flipH="1">
              <a:off x="2318088" y="714505"/>
              <a:ext cx="1740385" cy="668121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1786C432-8E86-CCD3-8379-3E7D10A6E541}"/>
                </a:ext>
              </a:extLst>
            </p:cNvPr>
            <p:cNvSpPr txBox="1"/>
            <p:nvPr/>
          </p:nvSpPr>
          <p:spPr>
            <a:xfrm rot="20451329">
              <a:off x="2684395" y="778370"/>
              <a:ext cx="8851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dirty="0"/>
                <a:t>«</a:t>
              </a:r>
              <a:r>
                <a:rPr lang="es-ES" sz="1200" dirty="0" err="1"/>
                <a:t>includes</a:t>
              </a:r>
              <a:r>
                <a:rPr lang="es-ES" sz="1200" dirty="0"/>
                <a:t>»</a:t>
              </a:r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28A57137-A486-476B-9E05-17576D158E4D}"/>
              </a:ext>
            </a:extLst>
          </p:cNvPr>
          <p:cNvGrpSpPr/>
          <p:nvPr/>
        </p:nvGrpSpPr>
        <p:grpSpPr>
          <a:xfrm>
            <a:off x="4863078" y="717657"/>
            <a:ext cx="1951910" cy="661817"/>
            <a:chOff x="4863078" y="717657"/>
            <a:chExt cx="1951910" cy="661817"/>
          </a:xfrm>
        </p:grpSpPr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AE79F4CF-4E86-12C8-B697-C918632CDB19}"/>
                </a:ext>
              </a:extLst>
            </p:cNvPr>
            <p:cNvCxnSpPr>
              <a:cxnSpLocks/>
              <a:stCxn id="2" idx="3"/>
              <a:endCxn id="24" idx="1"/>
            </p:cNvCxnSpPr>
            <p:nvPr/>
          </p:nvCxnSpPr>
          <p:spPr>
            <a:xfrm>
              <a:off x="4863078" y="717657"/>
              <a:ext cx="1951910" cy="661817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D24FAF2D-E58B-E8D5-CB96-5975E649A6B0}"/>
                </a:ext>
              </a:extLst>
            </p:cNvPr>
            <p:cNvSpPr txBox="1"/>
            <p:nvPr/>
          </p:nvSpPr>
          <p:spPr>
            <a:xfrm rot="1017362">
              <a:off x="5334729" y="735499"/>
              <a:ext cx="9172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dirty="0"/>
                <a:t>«</a:t>
              </a:r>
              <a:r>
                <a:rPr lang="es-ES" sz="1200" dirty="0" err="1"/>
                <a:t>includes</a:t>
              </a:r>
              <a:r>
                <a:rPr lang="es-ES" sz="1200" dirty="0"/>
                <a:t>»</a:t>
              </a:r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45324AC-0262-CB00-43C0-99F72411298D}"/>
              </a:ext>
            </a:extLst>
          </p:cNvPr>
          <p:cNvGrpSpPr/>
          <p:nvPr/>
        </p:nvGrpSpPr>
        <p:grpSpPr>
          <a:xfrm>
            <a:off x="4696964" y="2152179"/>
            <a:ext cx="2520337" cy="1438288"/>
            <a:chOff x="4696964" y="2152179"/>
            <a:chExt cx="2520337" cy="1438288"/>
          </a:xfrm>
        </p:grpSpPr>
        <p:cxnSp>
          <p:nvCxnSpPr>
            <p:cNvPr id="50" name="Conector recto de flecha 49">
              <a:extLst>
                <a:ext uri="{FF2B5EF4-FFF2-40B4-BE49-F238E27FC236}">
                  <a16:creationId xmlns:a16="http://schemas.microsoft.com/office/drawing/2014/main" id="{4B92321E-F4A3-DD04-E680-002956F137C3}"/>
                </a:ext>
              </a:extLst>
            </p:cNvPr>
            <p:cNvCxnSpPr>
              <a:cxnSpLocks/>
              <a:stCxn id="21" idx="2"/>
              <a:endCxn id="46" idx="3"/>
            </p:cNvCxnSpPr>
            <p:nvPr/>
          </p:nvCxnSpPr>
          <p:spPr>
            <a:xfrm flipH="1">
              <a:off x="4696964" y="2152179"/>
              <a:ext cx="2520337" cy="1438288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AF65ADA0-D707-3473-5669-FACA39C0FA85}"/>
                </a:ext>
              </a:extLst>
            </p:cNvPr>
            <p:cNvSpPr txBox="1"/>
            <p:nvPr/>
          </p:nvSpPr>
          <p:spPr>
            <a:xfrm rot="19857530">
              <a:off x="5406143" y="2613941"/>
              <a:ext cx="9172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dirty="0"/>
                <a:t>«</a:t>
              </a:r>
              <a:r>
                <a:rPr lang="es-ES" sz="1200" dirty="0" err="1"/>
                <a:t>includes</a:t>
              </a:r>
              <a:r>
                <a:rPr lang="es-ES" sz="1200" dirty="0"/>
                <a:t>»</a:t>
              </a:r>
            </a:p>
          </p:txBody>
        </p:sp>
      </p:grpSp>
      <p:sp>
        <p:nvSpPr>
          <p:cNvPr id="73" name="CuadroTexto 72">
            <a:extLst>
              <a:ext uri="{FF2B5EF4-FFF2-40B4-BE49-F238E27FC236}">
                <a16:creationId xmlns:a16="http://schemas.microsoft.com/office/drawing/2014/main" id="{493739A5-3E1E-D337-1E94-934EE3A7F95B}"/>
              </a:ext>
            </a:extLst>
          </p:cNvPr>
          <p:cNvSpPr txBox="1"/>
          <p:nvPr/>
        </p:nvSpPr>
        <p:spPr>
          <a:xfrm rot="1610176">
            <a:off x="1873664" y="3584941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/>
              <a:t>«</a:t>
            </a:r>
            <a:r>
              <a:rPr lang="es-ES" sz="1200" dirty="0" err="1"/>
              <a:t>depends</a:t>
            </a:r>
            <a:r>
              <a:rPr lang="es-ES" sz="1200" dirty="0"/>
              <a:t>»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F8069411-1866-AB8E-011B-D99612C30FDE}"/>
              </a:ext>
            </a:extLst>
          </p:cNvPr>
          <p:cNvGrpSpPr/>
          <p:nvPr/>
        </p:nvGrpSpPr>
        <p:grpSpPr>
          <a:xfrm>
            <a:off x="7630309" y="3141653"/>
            <a:ext cx="3048527" cy="3593931"/>
            <a:chOff x="4571744" y="3311364"/>
            <a:chExt cx="3048527" cy="3593931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B7C58EEE-2F0D-FB66-A8E0-F66BD226C6C6}"/>
                </a:ext>
              </a:extLst>
            </p:cNvPr>
            <p:cNvSpPr/>
            <p:nvPr/>
          </p:nvSpPr>
          <p:spPr>
            <a:xfrm>
              <a:off x="6164551" y="3311364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3BBC060C-440D-1BCE-EA5D-12FE890FD7C4}"/>
                </a:ext>
              </a:extLst>
            </p:cNvPr>
            <p:cNvSpPr/>
            <p:nvPr/>
          </p:nvSpPr>
          <p:spPr>
            <a:xfrm>
              <a:off x="6017856" y="3425738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77" name="Grupo 76">
              <a:extLst>
                <a:ext uri="{FF2B5EF4-FFF2-40B4-BE49-F238E27FC236}">
                  <a16:creationId xmlns:a16="http://schemas.microsoft.com/office/drawing/2014/main" id="{44BE8E21-6C46-A3F3-5234-37B1130367A5}"/>
                </a:ext>
              </a:extLst>
            </p:cNvPr>
            <p:cNvGrpSpPr/>
            <p:nvPr/>
          </p:nvGrpSpPr>
          <p:grpSpPr>
            <a:xfrm>
              <a:off x="4571744" y="3540112"/>
              <a:ext cx="3048527" cy="3365183"/>
              <a:chOff x="1166624" y="1307911"/>
              <a:chExt cx="3048527" cy="3365183"/>
            </a:xfrm>
          </p:grpSpPr>
          <p:grpSp>
            <p:nvGrpSpPr>
              <p:cNvPr id="78" name="Grupo 77">
                <a:extLst>
                  <a:ext uri="{FF2B5EF4-FFF2-40B4-BE49-F238E27FC236}">
                    <a16:creationId xmlns:a16="http://schemas.microsoft.com/office/drawing/2014/main" id="{6E0630E8-074C-14B1-8545-0159F10E95A7}"/>
                  </a:ext>
                </a:extLst>
              </p:cNvPr>
              <p:cNvGrpSpPr/>
              <p:nvPr/>
            </p:nvGrpSpPr>
            <p:grpSpPr>
              <a:xfrm>
                <a:off x="2288562" y="1307911"/>
                <a:ext cx="804605" cy="882387"/>
                <a:chOff x="2100116" y="1161875"/>
                <a:chExt cx="1070929" cy="1174458"/>
              </a:xfrm>
            </p:grpSpPr>
            <p:sp>
              <p:nvSpPr>
                <p:cNvPr id="80" name="Rectángulo 79">
                  <a:extLst>
                    <a:ext uri="{FF2B5EF4-FFF2-40B4-BE49-F238E27FC236}">
                      <a16:creationId xmlns:a16="http://schemas.microsoft.com/office/drawing/2014/main" id="{0B2E6A18-0E7C-48F8-6870-15EE49F40B87}"/>
                    </a:ext>
                  </a:extLst>
                </p:cNvPr>
                <p:cNvSpPr/>
                <p:nvPr/>
              </p:nvSpPr>
              <p:spPr>
                <a:xfrm>
                  <a:off x="2336341" y="1161875"/>
                  <a:ext cx="834704" cy="117445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1" name="Elipse 80">
                  <a:extLst>
                    <a:ext uri="{FF2B5EF4-FFF2-40B4-BE49-F238E27FC236}">
                      <a16:creationId xmlns:a16="http://schemas.microsoft.com/office/drawing/2014/main" id="{693FB8EF-CFDB-D468-02A5-9678C23B9876}"/>
                    </a:ext>
                  </a:extLst>
                </p:cNvPr>
                <p:cNvSpPr/>
                <p:nvPr/>
              </p:nvSpPr>
              <p:spPr>
                <a:xfrm>
                  <a:off x="2100116" y="1305718"/>
                  <a:ext cx="644427" cy="21145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968CB7CB-73FF-521D-22BC-F9C5C7F76ECA}"/>
                    </a:ext>
                  </a:extLst>
                </p:cNvPr>
                <p:cNvSpPr/>
                <p:nvPr/>
              </p:nvSpPr>
              <p:spPr>
                <a:xfrm>
                  <a:off x="2100116" y="1639180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3" name="Rectángulo 82">
                  <a:extLst>
                    <a:ext uri="{FF2B5EF4-FFF2-40B4-BE49-F238E27FC236}">
                      <a16:creationId xmlns:a16="http://schemas.microsoft.com/office/drawing/2014/main" id="{F4827443-3EB7-F554-A6B5-7D796F7F38E2}"/>
                    </a:ext>
                  </a:extLst>
                </p:cNvPr>
                <p:cNvSpPr/>
                <p:nvPr/>
              </p:nvSpPr>
              <p:spPr>
                <a:xfrm>
                  <a:off x="2100116" y="1972642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E53E0E3C-68CD-CE33-9ECF-847B3FB9B25F}"/>
                  </a:ext>
                </a:extLst>
              </p:cNvPr>
              <p:cNvSpPr txBox="1"/>
              <p:nvPr/>
            </p:nvSpPr>
            <p:spPr>
              <a:xfrm>
                <a:off x="1166624" y="2210881"/>
                <a:ext cx="3048527" cy="24622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400" dirty="0" err="1">
                    <a:latin typeface="+mj-lt"/>
                  </a:rPr>
                  <a:t>archetypes</a:t>
                </a:r>
                <a:r>
                  <a:rPr lang="es-ES" sz="1400" dirty="0">
                    <a:latin typeface="+mj-lt"/>
                  </a:rPr>
                  <a:t>/general/section.xsl</a:t>
                </a:r>
              </a:p>
              <a:p>
                <a:pPr algn="ctr"/>
                <a:r>
                  <a:rPr lang="es-ES" sz="1400" dirty="0" err="1"/>
                  <a:t>archetypes</a:t>
                </a:r>
                <a:r>
                  <a:rPr lang="es-ES" sz="1400" dirty="0"/>
                  <a:t>/general</a:t>
                </a:r>
                <a:r>
                  <a:rPr lang="es-ES" sz="1400" dirty="0">
                    <a:latin typeface="+mj-lt"/>
                  </a:rPr>
                  <a:t>/appendix.xsl</a:t>
                </a:r>
              </a:p>
              <a:p>
                <a:pPr algn="ctr"/>
                <a:r>
                  <a:rPr lang="es-ES" sz="1400" dirty="0" err="1"/>
                  <a:t>archetypes</a:t>
                </a:r>
                <a:r>
                  <a:rPr lang="es-ES" sz="1400" dirty="0"/>
                  <a:t>/general/</a:t>
                </a:r>
                <a:r>
                  <a:rPr lang="es-ES" sz="1400" dirty="0">
                    <a:latin typeface="+mj-lt"/>
                  </a:rPr>
                  <a:t>paragraph.xsl</a:t>
                </a:r>
              </a:p>
              <a:p>
                <a:pPr algn="ctr"/>
                <a:r>
                  <a:rPr lang="es-ES" sz="1400" dirty="0" err="1"/>
                  <a:t>archetypes</a:t>
                </a:r>
                <a:r>
                  <a:rPr lang="es-ES" sz="1400" dirty="0"/>
                  <a:t>/general/</a:t>
                </a:r>
                <a:r>
                  <a:rPr lang="es-ES" sz="1400" dirty="0">
                    <a:latin typeface="+mj-lt"/>
                  </a:rPr>
                  <a:t>glossary_item.xsl</a:t>
                </a:r>
              </a:p>
              <a:p>
                <a:pPr algn="ctr"/>
                <a:r>
                  <a:rPr lang="es-ES" sz="1400" dirty="0" err="1"/>
                  <a:t>archetypes</a:t>
                </a:r>
                <a:r>
                  <a:rPr lang="es-ES" sz="1400" dirty="0"/>
                  <a:t>/general/figure.xsl</a:t>
                </a:r>
              </a:p>
              <a:p>
                <a:pPr algn="ctr"/>
                <a:r>
                  <a:rPr lang="es-ES" sz="1400" dirty="0" err="1"/>
                  <a:t>archetypes</a:t>
                </a:r>
                <a:r>
                  <a:rPr lang="es-ES" sz="1400" dirty="0"/>
                  <a:t>/general/organization.xsl</a:t>
                </a:r>
              </a:p>
              <a:p>
                <a:pPr algn="ctr"/>
                <a:r>
                  <a:rPr lang="es-ES" sz="1400" dirty="0" err="1"/>
                  <a:t>archetypes</a:t>
                </a:r>
                <a:r>
                  <a:rPr lang="es-ES" sz="1400" dirty="0"/>
                  <a:t>/general/stakeholder.xsl</a:t>
                </a:r>
              </a:p>
              <a:p>
                <a:pPr algn="ctr"/>
                <a:r>
                  <a:rPr lang="es-ES" sz="1400" dirty="0" err="1"/>
                  <a:t>archetypes</a:t>
                </a:r>
                <a:r>
                  <a:rPr lang="es-ES" sz="1400" dirty="0"/>
                  <a:t>/general/symbolic_link.xsl</a:t>
                </a:r>
              </a:p>
              <a:p>
                <a:pPr algn="ctr"/>
                <a:r>
                  <a:rPr lang="es-ES" sz="1400" dirty="0" err="1"/>
                  <a:t>archetypes</a:t>
                </a:r>
                <a:r>
                  <a:rPr lang="es-ES" sz="1400" dirty="0"/>
                  <a:t>/default.xsl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(HTML para arquetipos generales)</a:t>
                </a:r>
              </a:p>
              <a:p>
                <a:pPr algn="ctr"/>
                <a:r>
                  <a:rPr lang="es-ES" sz="1400" b="1" dirty="0">
                    <a:latin typeface="+mj-lt"/>
                  </a:rPr>
                  <a:t>Falta la matriz de trazabilidad</a:t>
                </a:r>
              </a:p>
            </p:txBody>
          </p:sp>
        </p:grpSp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ACA2D23F-5CDD-87F1-4CC4-0A3334B881D8}"/>
              </a:ext>
            </a:extLst>
          </p:cNvPr>
          <p:cNvGrpSpPr/>
          <p:nvPr/>
        </p:nvGrpSpPr>
        <p:grpSpPr>
          <a:xfrm>
            <a:off x="6872532" y="2152180"/>
            <a:ext cx="344771" cy="984565"/>
            <a:chOff x="3630531" y="3106613"/>
            <a:chExt cx="366962" cy="859309"/>
          </a:xfrm>
        </p:grpSpPr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6E4AD026-030C-EFE1-9A59-FD9BD5C4D0C5}"/>
                </a:ext>
              </a:extLst>
            </p:cNvPr>
            <p:cNvCxnSpPr>
              <a:cxnSpLocks/>
              <a:stCxn id="21" idx="2"/>
              <a:endCxn id="55" idx="0"/>
            </p:cNvCxnSpPr>
            <p:nvPr/>
          </p:nvCxnSpPr>
          <p:spPr>
            <a:xfrm flipH="1">
              <a:off x="3909236" y="3106613"/>
              <a:ext cx="88257" cy="859309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D5D419F1-C1C6-5945-231B-A4DDC7FA84FD}"/>
                </a:ext>
              </a:extLst>
            </p:cNvPr>
            <p:cNvSpPr txBox="1"/>
            <p:nvPr/>
          </p:nvSpPr>
          <p:spPr>
            <a:xfrm rot="16438953">
              <a:off x="3423359" y="3382945"/>
              <a:ext cx="752144" cy="3377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dirty="0"/>
                <a:t>«</a:t>
              </a:r>
              <a:r>
                <a:rPr lang="es-ES" sz="1200" dirty="0" err="1"/>
                <a:t>includes</a:t>
              </a:r>
              <a:r>
                <a:rPr lang="es-ES" sz="1200" dirty="0"/>
                <a:t>»</a:t>
              </a:r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FE84955B-A51F-DDAB-7D93-3D82E4F26346}"/>
              </a:ext>
            </a:extLst>
          </p:cNvPr>
          <p:cNvGrpSpPr/>
          <p:nvPr/>
        </p:nvGrpSpPr>
        <p:grpSpPr>
          <a:xfrm>
            <a:off x="7217301" y="2152181"/>
            <a:ext cx="2319378" cy="989475"/>
            <a:chOff x="2303215" y="3192852"/>
            <a:chExt cx="2468655" cy="863594"/>
          </a:xfrm>
        </p:grpSpPr>
        <p:cxnSp>
          <p:nvCxnSpPr>
            <p:cNvPr id="90" name="Conector recto de flecha 89">
              <a:extLst>
                <a:ext uri="{FF2B5EF4-FFF2-40B4-BE49-F238E27FC236}">
                  <a16:creationId xmlns:a16="http://schemas.microsoft.com/office/drawing/2014/main" id="{D428341B-EEEE-E6D7-C913-4A8F5F84CAEA}"/>
                </a:ext>
              </a:extLst>
            </p:cNvPr>
            <p:cNvCxnSpPr>
              <a:cxnSpLocks/>
              <a:stCxn id="21" idx="2"/>
              <a:endCxn id="75" idx="0"/>
            </p:cNvCxnSpPr>
            <p:nvPr/>
          </p:nvCxnSpPr>
          <p:spPr>
            <a:xfrm>
              <a:off x="2303215" y="3192852"/>
              <a:ext cx="2468655" cy="863594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soli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E6C868AC-002E-BFE8-F8CF-E2135F5BE5D3}"/>
                </a:ext>
              </a:extLst>
            </p:cNvPr>
            <p:cNvSpPr txBox="1"/>
            <p:nvPr/>
          </p:nvSpPr>
          <p:spPr>
            <a:xfrm rot="1403111">
              <a:off x="3141104" y="3361681"/>
              <a:ext cx="917244" cy="276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 dirty="0"/>
                <a:t>«</a:t>
              </a:r>
              <a:r>
                <a:rPr lang="es-ES" sz="1200" dirty="0" err="1"/>
                <a:t>includes</a:t>
              </a:r>
              <a:r>
                <a:rPr lang="es-ES" sz="1200" dirty="0"/>
                <a:t>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9336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928F8A3C-DA78-F8C0-CEFE-D4A40669AD7D}"/>
              </a:ext>
            </a:extLst>
          </p:cNvPr>
          <p:cNvGrpSpPr/>
          <p:nvPr/>
        </p:nvGrpSpPr>
        <p:grpSpPr>
          <a:xfrm>
            <a:off x="498894" y="448408"/>
            <a:ext cx="3637086" cy="4024818"/>
            <a:chOff x="4277467" y="3311364"/>
            <a:chExt cx="3637086" cy="4024818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545F985-C21E-0D78-5A1C-C86C16E43E70}"/>
                </a:ext>
              </a:extLst>
            </p:cNvPr>
            <p:cNvSpPr/>
            <p:nvPr/>
          </p:nvSpPr>
          <p:spPr>
            <a:xfrm>
              <a:off x="6164551" y="3311364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BF17A2B6-FAC7-2919-A5C4-A577FF11F680}"/>
                </a:ext>
              </a:extLst>
            </p:cNvPr>
            <p:cNvSpPr/>
            <p:nvPr/>
          </p:nvSpPr>
          <p:spPr>
            <a:xfrm>
              <a:off x="6017856" y="3425738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DC985B54-D6FD-B4EA-6707-BFB296558EE7}"/>
                </a:ext>
              </a:extLst>
            </p:cNvPr>
            <p:cNvGrpSpPr/>
            <p:nvPr/>
          </p:nvGrpSpPr>
          <p:grpSpPr>
            <a:xfrm>
              <a:off x="4277467" y="3540112"/>
              <a:ext cx="3637086" cy="3796070"/>
              <a:chOff x="872347" y="1307911"/>
              <a:chExt cx="3637086" cy="3796070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BA1417C5-9103-B130-A596-D7A223B4EFBF}"/>
                  </a:ext>
                </a:extLst>
              </p:cNvPr>
              <p:cNvGrpSpPr/>
              <p:nvPr/>
            </p:nvGrpSpPr>
            <p:grpSpPr>
              <a:xfrm>
                <a:off x="2288562" y="1307911"/>
                <a:ext cx="804605" cy="882387"/>
                <a:chOff x="2100116" y="1161875"/>
                <a:chExt cx="1070929" cy="1174458"/>
              </a:xfrm>
            </p:grpSpPr>
            <p:sp>
              <p:nvSpPr>
                <p:cNvPr id="8" name="Rectángulo 7">
                  <a:extLst>
                    <a:ext uri="{FF2B5EF4-FFF2-40B4-BE49-F238E27FC236}">
                      <a16:creationId xmlns:a16="http://schemas.microsoft.com/office/drawing/2014/main" id="{7F805B61-6A21-C591-1F37-E660D02618C1}"/>
                    </a:ext>
                  </a:extLst>
                </p:cNvPr>
                <p:cNvSpPr/>
                <p:nvPr/>
              </p:nvSpPr>
              <p:spPr>
                <a:xfrm>
                  <a:off x="2336341" y="1161875"/>
                  <a:ext cx="834704" cy="117445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9" name="Elipse 8">
                  <a:extLst>
                    <a:ext uri="{FF2B5EF4-FFF2-40B4-BE49-F238E27FC236}">
                      <a16:creationId xmlns:a16="http://schemas.microsoft.com/office/drawing/2014/main" id="{9EE3C810-821A-36F3-171F-BD41271B2339}"/>
                    </a:ext>
                  </a:extLst>
                </p:cNvPr>
                <p:cNvSpPr/>
                <p:nvPr/>
              </p:nvSpPr>
              <p:spPr>
                <a:xfrm>
                  <a:off x="2100116" y="1305718"/>
                  <a:ext cx="644427" cy="21145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" name="Rectángulo 9">
                  <a:extLst>
                    <a:ext uri="{FF2B5EF4-FFF2-40B4-BE49-F238E27FC236}">
                      <a16:creationId xmlns:a16="http://schemas.microsoft.com/office/drawing/2014/main" id="{D29E7CF0-BFC7-5FFA-6A3F-440B966459A9}"/>
                    </a:ext>
                  </a:extLst>
                </p:cNvPr>
                <p:cNvSpPr/>
                <p:nvPr/>
              </p:nvSpPr>
              <p:spPr>
                <a:xfrm>
                  <a:off x="2100116" y="1639180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777CE995-15A1-4068-4E44-B059261EBAAA}"/>
                    </a:ext>
                  </a:extLst>
                </p:cNvPr>
                <p:cNvSpPr/>
                <p:nvPr/>
              </p:nvSpPr>
              <p:spPr>
                <a:xfrm>
                  <a:off x="2100116" y="1972642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99EEED1-B5A5-E01D-B61B-8BFE95213680}"/>
                  </a:ext>
                </a:extLst>
              </p:cNvPr>
              <p:cNvSpPr txBox="1"/>
              <p:nvPr/>
            </p:nvSpPr>
            <p:spPr>
              <a:xfrm>
                <a:off x="872347" y="2210881"/>
                <a:ext cx="3637086" cy="28931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400" b="1" dirty="0" err="1">
                    <a:latin typeface="+mj-lt"/>
                  </a:rPr>
                  <a:t>core</a:t>
                </a:r>
                <a:r>
                  <a:rPr lang="es-ES" sz="1400" b="1" dirty="0">
                    <a:latin typeface="+mj-lt"/>
                  </a:rPr>
                  <a:t>/utilities.xsl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pagebreak</a:t>
                </a:r>
                <a:r>
                  <a:rPr lang="es-ES" sz="1400" dirty="0">
                    <a:latin typeface="+mj-lt"/>
                  </a:rPr>
                  <a:t> (genera &lt;</a:t>
                </a:r>
                <a:r>
                  <a:rPr lang="es-ES" sz="1400" dirty="0" err="1">
                    <a:latin typeface="+mj-lt"/>
                  </a:rPr>
                  <a:t>div</a:t>
                </a:r>
                <a:r>
                  <a:rPr lang="es-ES" sz="1400" dirty="0">
                    <a:latin typeface="+mj-lt"/>
                  </a:rPr>
                  <a:t>&gt;)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generate_markdown</a:t>
                </a:r>
                <a:r>
                  <a:rPr lang="es-ES" sz="1400" dirty="0">
                    <a:latin typeface="+mj-lt"/>
                  </a:rPr>
                  <a:t> (llama a plugin en Python)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generate_property_row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 err="1">
                    <a:latin typeface="+mj-lt"/>
                  </a:rPr>
                  <a:t>generate_children_row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 err="1">
                    <a:latin typeface="+mj-lt"/>
                  </a:rPr>
                  <a:t>generate_object_basic_information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 err="1">
                    <a:latin typeface="+mj-lt"/>
                  </a:rPr>
                  <a:t>generate_trace_row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 err="1">
                    <a:latin typeface="+mj-lt"/>
                  </a:rPr>
                  <a:t>generate_header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 err="1">
                    <a:latin typeface="+mj-lt"/>
                  </a:rPr>
                  <a:t>generate_expanded_header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 err="1">
                    <a:latin typeface="+mj-lt"/>
                  </a:rPr>
                  <a:t>generate_version_row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 err="1">
                    <a:latin typeface="+mj-lt"/>
                  </a:rPr>
                  <a:t>generate_priority_rows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b="1" dirty="0">
                    <a:latin typeface="+mj-lt"/>
                  </a:rPr>
                  <a:t>¿</a:t>
                </a:r>
                <a:r>
                  <a:rPr lang="es-ES" sz="1400" b="1" dirty="0" err="1">
                    <a:latin typeface="+mj-lt"/>
                  </a:rPr>
                  <a:t>generate_markdown</a:t>
                </a:r>
                <a:r>
                  <a:rPr lang="es-ES" sz="1400" b="1" dirty="0">
                    <a:latin typeface="+mj-lt"/>
                  </a:rPr>
                  <a:t> generar &lt;</a:t>
                </a:r>
                <a:r>
                  <a:rPr lang="es-ES" sz="1400" b="1" dirty="0" err="1">
                    <a:latin typeface="+mj-lt"/>
                  </a:rPr>
                  <a:t>div</a:t>
                </a:r>
                <a:r>
                  <a:rPr lang="es-ES" sz="1400" b="1" dirty="0">
                    <a:latin typeface="+mj-lt"/>
                  </a:rPr>
                  <a:t>&gt; o &lt;p&gt;? -&gt;</a:t>
                </a:r>
              </a:p>
              <a:p>
                <a:pPr algn="ctr"/>
                <a:r>
                  <a:rPr lang="es-ES" sz="1400" b="1" dirty="0">
                    <a:latin typeface="+mj-lt"/>
                  </a:rPr>
                  <a:t>No, elimina los &lt;p&gt;…&lt;/p&gt;</a:t>
                </a:r>
                <a:endParaRPr lang="es-ES" sz="1400" dirty="0">
                  <a:latin typeface="+mj-lt"/>
                </a:endParaRPr>
              </a:p>
            </p:txBody>
          </p:sp>
        </p:grp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1C6704D-8145-EC0D-5A9C-A7201169D2A8}"/>
              </a:ext>
            </a:extLst>
          </p:cNvPr>
          <p:cNvGrpSpPr/>
          <p:nvPr/>
        </p:nvGrpSpPr>
        <p:grpSpPr>
          <a:xfrm>
            <a:off x="4120675" y="487474"/>
            <a:ext cx="3802579" cy="2947600"/>
            <a:chOff x="4194721" y="3311364"/>
            <a:chExt cx="3802579" cy="2947600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9E0D1B7-16CD-0139-6FDC-4463620E2076}"/>
                </a:ext>
              </a:extLst>
            </p:cNvPr>
            <p:cNvSpPr/>
            <p:nvPr/>
          </p:nvSpPr>
          <p:spPr>
            <a:xfrm>
              <a:off x="6164551" y="3311364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2ED9F028-B32B-0E36-D660-05D534100D78}"/>
                </a:ext>
              </a:extLst>
            </p:cNvPr>
            <p:cNvSpPr/>
            <p:nvPr/>
          </p:nvSpPr>
          <p:spPr>
            <a:xfrm>
              <a:off x="6017856" y="3425738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57FA13FF-6079-CE0A-55E8-6828CB04D76F}"/>
                </a:ext>
              </a:extLst>
            </p:cNvPr>
            <p:cNvGrpSpPr/>
            <p:nvPr/>
          </p:nvGrpSpPr>
          <p:grpSpPr>
            <a:xfrm>
              <a:off x="4194721" y="3540112"/>
              <a:ext cx="3802579" cy="2718852"/>
              <a:chOff x="789601" y="1307911"/>
              <a:chExt cx="3802579" cy="2718852"/>
            </a:xfrm>
          </p:grpSpPr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44C95F63-3035-1B49-F872-31C589BEC8E3}"/>
                  </a:ext>
                </a:extLst>
              </p:cNvPr>
              <p:cNvGrpSpPr/>
              <p:nvPr/>
            </p:nvGrpSpPr>
            <p:grpSpPr>
              <a:xfrm>
                <a:off x="2288562" y="1307911"/>
                <a:ext cx="804605" cy="882387"/>
                <a:chOff x="2100116" y="1161875"/>
                <a:chExt cx="1070929" cy="1174458"/>
              </a:xfrm>
            </p:grpSpPr>
            <p:sp>
              <p:nvSpPr>
                <p:cNvPr id="18" name="Rectángulo 17">
                  <a:extLst>
                    <a:ext uri="{FF2B5EF4-FFF2-40B4-BE49-F238E27FC236}">
                      <a16:creationId xmlns:a16="http://schemas.microsoft.com/office/drawing/2014/main" id="{B386DAE6-D087-808A-D450-A9E26C1572C7}"/>
                    </a:ext>
                  </a:extLst>
                </p:cNvPr>
                <p:cNvSpPr/>
                <p:nvPr/>
              </p:nvSpPr>
              <p:spPr>
                <a:xfrm>
                  <a:off x="2336341" y="1161875"/>
                  <a:ext cx="834704" cy="117445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9" name="Elipse 18">
                  <a:extLst>
                    <a:ext uri="{FF2B5EF4-FFF2-40B4-BE49-F238E27FC236}">
                      <a16:creationId xmlns:a16="http://schemas.microsoft.com/office/drawing/2014/main" id="{09443C39-01B2-8BE9-3E60-20C83BC1CB80}"/>
                    </a:ext>
                  </a:extLst>
                </p:cNvPr>
                <p:cNvSpPr/>
                <p:nvPr/>
              </p:nvSpPr>
              <p:spPr>
                <a:xfrm>
                  <a:off x="2100116" y="1305718"/>
                  <a:ext cx="644427" cy="21145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0" name="Rectángulo 19">
                  <a:extLst>
                    <a:ext uri="{FF2B5EF4-FFF2-40B4-BE49-F238E27FC236}">
                      <a16:creationId xmlns:a16="http://schemas.microsoft.com/office/drawing/2014/main" id="{264E60FD-C8DF-5D0B-29E4-84A1AAC7D321}"/>
                    </a:ext>
                  </a:extLst>
                </p:cNvPr>
                <p:cNvSpPr/>
                <p:nvPr/>
              </p:nvSpPr>
              <p:spPr>
                <a:xfrm>
                  <a:off x="2100116" y="1639180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1" name="Rectángulo 20">
                  <a:extLst>
                    <a:ext uri="{FF2B5EF4-FFF2-40B4-BE49-F238E27FC236}">
                      <a16:creationId xmlns:a16="http://schemas.microsoft.com/office/drawing/2014/main" id="{BC074D6B-1E0B-C55B-9BB4-C572932FE065}"/>
                    </a:ext>
                  </a:extLst>
                </p:cNvPr>
                <p:cNvSpPr/>
                <p:nvPr/>
              </p:nvSpPr>
              <p:spPr>
                <a:xfrm>
                  <a:off x="2100116" y="1972642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2B427048-FD0F-8ED3-7FD2-1F83426CCD0C}"/>
                  </a:ext>
                </a:extLst>
              </p:cNvPr>
              <p:cNvSpPr txBox="1"/>
              <p:nvPr/>
            </p:nvSpPr>
            <p:spPr>
              <a:xfrm>
                <a:off x="789601" y="2210881"/>
                <a:ext cx="3802579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400" b="1" dirty="0" err="1">
                    <a:latin typeface="+mj-lt"/>
                  </a:rPr>
                  <a:t>core</a:t>
                </a:r>
                <a:r>
                  <a:rPr lang="es-ES" sz="1400" b="1" dirty="0">
                    <a:latin typeface="+mj-lt"/>
                  </a:rPr>
                  <a:t>/properties.xsl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traceProperty</a:t>
                </a:r>
                <a:r>
                  <a:rPr lang="es-ES" sz="1400" dirty="0">
                    <a:latin typeface="+mj-lt"/>
                  </a:rPr>
                  <a:t> (genera &lt;</a:t>
                </a:r>
                <a:r>
                  <a:rPr lang="es-ES" sz="1400" dirty="0" err="1">
                    <a:latin typeface="+mj-lt"/>
                  </a:rPr>
                  <a:t>ul</a:t>
                </a:r>
                <a:r>
                  <a:rPr lang="es-ES" sz="1400" dirty="0">
                    <a:latin typeface="+mj-lt"/>
                  </a:rPr>
                  <a:t>&gt;)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traceProperty</a:t>
                </a:r>
                <a:r>
                  <a:rPr lang="es-ES" sz="1400" dirty="0">
                    <a:latin typeface="+mj-lt"/>
                  </a:rPr>
                  <a:t> </a:t>
                </a:r>
                <a:r>
                  <a:rPr lang="es-ES" sz="1400" dirty="0" err="1">
                    <a:latin typeface="+mj-lt"/>
                  </a:rPr>
                  <a:t>mode</a:t>
                </a:r>
                <a:r>
                  <a:rPr lang="es-ES" sz="1400" dirty="0">
                    <a:latin typeface="+mj-lt"/>
                  </a:rPr>
                  <a:t>=“</a:t>
                </a:r>
                <a:r>
                  <a:rPr lang="es-ES" sz="1400" dirty="0" err="1">
                    <a:latin typeface="+mj-lt"/>
                  </a:rPr>
                  <a:t>paragraph</a:t>
                </a:r>
                <a:r>
                  <a:rPr lang="es-ES" sz="1400" dirty="0">
                    <a:latin typeface="+mj-lt"/>
                  </a:rPr>
                  <a:t>” (genera &lt;p&gt;&lt;a&gt;)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markdownProperty</a:t>
                </a:r>
                <a:r>
                  <a:rPr lang="es-ES" sz="1400" dirty="0">
                    <a:latin typeface="+mj-lt"/>
                  </a:rPr>
                  <a:t> (llama a </a:t>
                </a:r>
                <a:r>
                  <a:rPr lang="es-ES" sz="1400" dirty="0" err="1">
                    <a:latin typeface="+mj-lt"/>
                  </a:rPr>
                  <a:t>generate_markdown</a:t>
                </a:r>
                <a:r>
                  <a:rPr lang="es-ES" sz="1400" dirty="0">
                    <a:latin typeface="+mj-lt"/>
                  </a:rPr>
                  <a:t>)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urlProperty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 err="1">
                    <a:latin typeface="+mj-lt"/>
                  </a:rPr>
                  <a:t>enumProperty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 err="1">
                    <a:latin typeface="+mj-lt"/>
                  </a:rPr>
                  <a:t>fileProperty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 err="1">
                    <a:latin typeface="+mj-lt"/>
                  </a:rPr>
                  <a:t>traceTypeListProperty</a:t>
                </a:r>
                <a:r>
                  <a:rPr lang="es-ES" sz="1400" dirty="0">
                    <a:latin typeface="+mj-lt"/>
                  </a:rPr>
                  <a:t> (¿dónde se usa?)</a:t>
                </a:r>
              </a:p>
            </p:txBody>
          </p:sp>
        </p:grp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78865189-EDDC-0799-325F-6C1E2C8C0B4A}"/>
              </a:ext>
            </a:extLst>
          </p:cNvPr>
          <p:cNvGrpSpPr/>
          <p:nvPr/>
        </p:nvGrpSpPr>
        <p:grpSpPr>
          <a:xfrm>
            <a:off x="8649370" y="495878"/>
            <a:ext cx="2398990" cy="2516713"/>
            <a:chOff x="4896515" y="3311364"/>
            <a:chExt cx="2398990" cy="2516713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3498B900-5448-8764-40C1-6D7713223045}"/>
                </a:ext>
              </a:extLst>
            </p:cNvPr>
            <p:cNvSpPr/>
            <p:nvPr/>
          </p:nvSpPr>
          <p:spPr>
            <a:xfrm>
              <a:off x="6164551" y="3311364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32EE47B3-1655-71B0-F6C1-3B93E028051D}"/>
                </a:ext>
              </a:extLst>
            </p:cNvPr>
            <p:cNvSpPr/>
            <p:nvPr/>
          </p:nvSpPr>
          <p:spPr>
            <a:xfrm>
              <a:off x="6017856" y="3425738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7A3FE8F8-C012-819C-457B-466B4BFC2291}"/>
                </a:ext>
              </a:extLst>
            </p:cNvPr>
            <p:cNvGrpSpPr/>
            <p:nvPr/>
          </p:nvGrpSpPr>
          <p:grpSpPr>
            <a:xfrm>
              <a:off x="4896515" y="3540112"/>
              <a:ext cx="2398990" cy="2287965"/>
              <a:chOff x="1491395" y="1307911"/>
              <a:chExt cx="2398990" cy="2287965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F22CBD1F-D17D-577D-555C-70AB7387C6DE}"/>
                  </a:ext>
                </a:extLst>
              </p:cNvPr>
              <p:cNvGrpSpPr/>
              <p:nvPr/>
            </p:nvGrpSpPr>
            <p:grpSpPr>
              <a:xfrm>
                <a:off x="2288562" y="1307911"/>
                <a:ext cx="804605" cy="882387"/>
                <a:chOff x="2100116" y="1161875"/>
                <a:chExt cx="1070929" cy="1174458"/>
              </a:xfrm>
            </p:grpSpPr>
            <p:sp>
              <p:nvSpPr>
                <p:cNvPr id="28" name="Rectángulo 27">
                  <a:extLst>
                    <a:ext uri="{FF2B5EF4-FFF2-40B4-BE49-F238E27FC236}">
                      <a16:creationId xmlns:a16="http://schemas.microsoft.com/office/drawing/2014/main" id="{E11B37D2-D291-18D2-10FD-1F12A433D948}"/>
                    </a:ext>
                  </a:extLst>
                </p:cNvPr>
                <p:cNvSpPr/>
                <p:nvPr/>
              </p:nvSpPr>
              <p:spPr>
                <a:xfrm>
                  <a:off x="2336341" y="1161875"/>
                  <a:ext cx="834704" cy="117445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9DE7B7EA-F573-1F72-9D51-BFAC13C5DC65}"/>
                    </a:ext>
                  </a:extLst>
                </p:cNvPr>
                <p:cNvSpPr/>
                <p:nvPr/>
              </p:nvSpPr>
              <p:spPr>
                <a:xfrm>
                  <a:off x="2100116" y="1305718"/>
                  <a:ext cx="644427" cy="21145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30" name="Rectángulo 29">
                  <a:extLst>
                    <a:ext uri="{FF2B5EF4-FFF2-40B4-BE49-F238E27FC236}">
                      <a16:creationId xmlns:a16="http://schemas.microsoft.com/office/drawing/2014/main" id="{9B5BB0E3-F299-6C52-9863-68B59ECD3014}"/>
                    </a:ext>
                  </a:extLst>
                </p:cNvPr>
                <p:cNvSpPr/>
                <p:nvPr/>
              </p:nvSpPr>
              <p:spPr>
                <a:xfrm>
                  <a:off x="2100116" y="1639180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31" name="Rectángulo 30">
                  <a:extLst>
                    <a:ext uri="{FF2B5EF4-FFF2-40B4-BE49-F238E27FC236}">
                      <a16:creationId xmlns:a16="http://schemas.microsoft.com/office/drawing/2014/main" id="{82992725-54C0-012B-A7FF-DFD1978AA737}"/>
                    </a:ext>
                  </a:extLst>
                </p:cNvPr>
                <p:cNvSpPr/>
                <p:nvPr/>
              </p:nvSpPr>
              <p:spPr>
                <a:xfrm>
                  <a:off x="2100116" y="1972642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3F9DED3D-70C3-4961-F332-0631A7F59BA2}"/>
                  </a:ext>
                </a:extLst>
              </p:cNvPr>
              <p:cNvSpPr txBox="1"/>
              <p:nvPr/>
            </p:nvSpPr>
            <p:spPr>
              <a:xfrm>
                <a:off x="1491395" y="2210881"/>
                <a:ext cx="2398990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400" b="1" dirty="0" err="1">
                    <a:latin typeface="+mj-lt"/>
                  </a:rPr>
                  <a:t>core</a:t>
                </a:r>
                <a:r>
                  <a:rPr lang="es-ES" sz="1400" b="1" dirty="0">
                    <a:latin typeface="+mj-lt"/>
                  </a:rPr>
                  <a:t>/document.xsl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match con :Proteus-</a:t>
                </a:r>
                <a:r>
                  <a:rPr lang="es-ES" sz="1400" dirty="0" err="1">
                    <a:latin typeface="+mj-lt"/>
                  </a:rPr>
                  <a:t>document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>
                    <a:latin typeface="+mj-lt"/>
                  </a:rPr>
                  <a:t>Llama a </a:t>
                </a:r>
                <a:r>
                  <a:rPr lang="es-ES" sz="1400" dirty="0" err="1">
                    <a:latin typeface="+mj-lt"/>
                  </a:rPr>
                  <a:t>document_cover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>
                    <a:latin typeface="+mj-lt"/>
                  </a:rPr>
                  <a:t>Genera TOC</a:t>
                </a:r>
              </a:p>
              <a:p>
                <a:pPr algn="ctr"/>
                <a:r>
                  <a:rPr lang="es-ES" sz="1400" dirty="0" err="1">
                    <a:latin typeface="+mj-lt"/>
                  </a:rPr>
                  <a:t>Apply</a:t>
                </a:r>
                <a:r>
                  <a:rPr lang="es-ES" sz="1400" dirty="0">
                    <a:latin typeface="+mj-lt"/>
                  </a:rPr>
                  <a:t> </a:t>
                </a:r>
                <a:r>
                  <a:rPr lang="es-ES" sz="1400" dirty="0" err="1">
                    <a:latin typeface="+mj-lt"/>
                  </a:rPr>
                  <a:t>templates</a:t>
                </a:r>
                <a:r>
                  <a:rPr lang="es-ES" sz="1400" dirty="0">
                    <a:latin typeface="+mj-lt"/>
                  </a:rPr>
                  <a:t> a los </a:t>
                </a:r>
                <a:r>
                  <a:rPr lang="es-ES" sz="1400" dirty="0" err="1">
                    <a:latin typeface="+mj-lt"/>
                  </a:rPr>
                  <a:t>children</a:t>
                </a:r>
                <a:endParaRPr lang="es-ES" sz="1400" dirty="0">
                  <a:latin typeface="+mj-lt"/>
                </a:endParaRPr>
              </a:p>
              <a:p>
                <a:pPr algn="ctr"/>
                <a:r>
                  <a:rPr lang="es-ES" sz="1400" dirty="0">
                    <a:latin typeface="+mj-lt"/>
                  </a:rPr>
                  <a:t>Conecta con Qt</a:t>
                </a:r>
              </a:p>
            </p:txBody>
          </p:sp>
        </p:grp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F7BAE703-AEA9-F983-0DD8-92BADEDEDE59}"/>
              </a:ext>
            </a:extLst>
          </p:cNvPr>
          <p:cNvGrpSpPr/>
          <p:nvPr/>
        </p:nvGrpSpPr>
        <p:grpSpPr>
          <a:xfrm>
            <a:off x="8970808" y="3510839"/>
            <a:ext cx="1933542" cy="2947600"/>
            <a:chOff x="5129239" y="3311364"/>
            <a:chExt cx="1933542" cy="2947600"/>
          </a:xfrm>
        </p:grpSpPr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536381CC-4E1B-A465-2118-CA218DB15C4B}"/>
                </a:ext>
              </a:extLst>
            </p:cNvPr>
            <p:cNvSpPr/>
            <p:nvPr/>
          </p:nvSpPr>
          <p:spPr>
            <a:xfrm>
              <a:off x="6164551" y="3311364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59E51134-4D9F-5AF9-3916-38E8F48D3C26}"/>
                </a:ext>
              </a:extLst>
            </p:cNvPr>
            <p:cNvSpPr/>
            <p:nvPr/>
          </p:nvSpPr>
          <p:spPr>
            <a:xfrm>
              <a:off x="6017856" y="3425738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4E7D6D3E-91F2-AC14-E52F-9C0FD87D024A}"/>
                </a:ext>
              </a:extLst>
            </p:cNvPr>
            <p:cNvGrpSpPr/>
            <p:nvPr/>
          </p:nvGrpSpPr>
          <p:grpSpPr>
            <a:xfrm>
              <a:off x="5129239" y="3540112"/>
              <a:ext cx="1933542" cy="2718852"/>
              <a:chOff x="1724119" y="1307911"/>
              <a:chExt cx="1933542" cy="2718852"/>
            </a:xfrm>
          </p:grpSpPr>
          <p:grpSp>
            <p:nvGrpSpPr>
              <p:cNvPr id="36" name="Grupo 35">
                <a:extLst>
                  <a:ext uri="{FF2B5EF4-FFF2-40B4-BE49-F238E27FC236}">
                    <a16:creationId xmlns:a16="http://schemas.microsoft.com/office/drawing/2014/main" id="{1FA6EA50-7E1D-6E46-F82A-4E204503A2E4}"/>
                  </a:ext>
                </a:extLst>
              </p:cNvPr>
              <p:cNvGrpSpPr/>
              <p:nvPr/>
            </p:nvGrpSpPr>
            <p:grpSpPr>
              <a:xfrm>
                <a:off x="2288562" y="1307911"/>
                <a:ext cx="804605" cy="882387"/>
                <a:chOff x="2100116" y="1161875"/>
                <a:chExt cx="1070929" cy="1174458"/>
              </a:xfrm>
            </p:grpSpPr>
            <p:sp>
              <p:nvSpPr>
                <p:cNvPr id="38" name="Rectángulo 37">
                  <a:extLst>
                    <a:ext uri="{FF2B5EF4-FFF2-40B4-BE49-F238E27FC236}">
                      <a16:creationId xmlns:a16="http://schemas.microsoft.com/office/drawing/2014/main" id="{C6A0A516-B677-C70C-A310-CB454F1AC6AE}"/>
                    </a:ext>
                  </a:extLst>
                </p:cNvPr>
                <p:cNvSpPr/>
                <p:nvPr/>
              </p:nvSpPr>
              <p:spPr>
                <a:xfrm>
                  <a:off x="2336341" y="1161875"/>
                  <a:ext cx="834704" cy="117445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39" name="Elipse 38">
                  <a:extLst>
                    <a:ext uri="{FF2B5EF4-FFF2-40B4-BE49-F238E27FC236}">
                      <a16:creationId xmlns:a16="http://schemas.microsoft.com/office/drawing/2014/main" id="{FD36FD05-D054-9AC3-A2DF-33CCFD42EB86}"/>
                    </a:ext>
                  </a:extLst>
                </p:cNvPr>
                <p:cNvSpPr/>
                <p:nvPr/>
              </p:nvSpPr>
              <p:spPr>
                <a:xfrm>
                  <a:off x="2100116" y="1305718"/>
                  <a:ext cx="644427" cy="21145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1E4A09A5-1828-79DF-9B9F-F8E3A091B499}"/>
                    </a:ext>
                  </a:extLst>
                </p:cNvPr>
                <p:cNvSpPr/>
                <p:nvPr/>
              </p:nvSpPr>
              <p:spPr>
                <a:xfrm>
                  <a:off x="2100116" y="1639180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41" name="Rectángulo 40">
                  <a:extLst>
                    <a:ext uri="{FF2B5EF4-FFF2-40B4-BE49-F238E27FC236}">
                      <a16:creationId xmlns:a16="http://schemas.microsoft.com/office/drawing/2014/main" id="{097402D0-BD48-2EBD-A207-710E10C2A986}"/>
                    </a:ext>
                  </a:extLst>
                </p:cNvPr>
                <p:cNvSpPr/>
                <p:nvPr/>
              </p:nvSpPr>
              <p:spPr>
                <a:xfrm>
                  <a:off x="2100116" y="1972642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47CD6D0F-DEC4-9603-41D6-509E0E798D59}"/>
                  </a:ext>
                </a:extLst>
              </p:cNvPr>
              <p:cNvSpPr txBox="1"/>
              <p:nvPr/>
            </p:nvSpPr>
            <p:spPr>
              <a:xfrm>
                <a:off x="1724119" y="2210881"/>
                <a:ext cx="1933542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400" b="1" dirty="0" err="1">
                    <a:latin typeface="+mj-lt"/>
                  </a:rPr>
                  <a:t>core</a:t>
                </a:r>
                <a:r>
                  <a:rPr lang="es-ES" sz="1400" b="1" dirty="0">
                    <a:latin typeface="+mj-lt"/>
                  </a:rPr>
                  <a:t>/cover.xsl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Genera portada con:</a:t>
                </a:r>
              </a:p>
              <a:p>
                <a:pPr marL="285750" indent="-285750">
                  <a:buFontTx/>
                  <a:buChar char="-"/>
                </a:pPr>
                <a:r>
                  <a:rPr lang="es-ES" sz="1400" dirty="0">
                    <a:latin typeface="+mj-lt"/>
                  </a:rPr>
                  <a:t>Logo US</a:t>
                </a:r>
              </a:p>
              <a:p>
                <a:pPr marL="285750" indent="-285750">
                  <a:buFontTx/>
                  <a:buChar char="-"/>
                </a:pPr>
                <a:r>
                  <a:rPr lang="es-ES" sz="1400" dirty="0">
                    <a:latin typeface="+mj-lt"/>
                  </a:rPr>
                  <a:t>Nombre documento</a:t>
                </a:r>
              </a:p>
              <a:p>
                <a:pPr marL="285750" indent="-285750">
                  <a:buFontTx/>
                  <a:buChar char="-"/>
                </a:pPr>
                <a:r>
                  <a:rPr lang="es-ES" sz="1400" dirty="0">
                    <a:latin typeface="+mj-lt"/>
                  </a:rPr>
                  <a:t>Versión documento</a:t>
                </a:r>
              </a:p>
              <a:p>
                <a:pPr marL="285750" indent="-285750">
                  <a:buFontTx/>
                  <a:buChar char="-"/>
                </a:pPr>
                <a:r>
                  <a:rPr lang="es-ES" sz="1400" dirty="0">
                    <a:latin typeface="+mj-lt"/>
                  </a:rPr>
                  <a:t>Fecha documento</a:t>
                </a:r>
              </a:p>
              <a:p>
                <a:pPr marL="285750" indent="-285750">
                  <a:buFontTx/>
                  <a:buChar char="-"/>
                </a:pPr>
                <a:r>
                  <a:rPr lang="es-ES" sz="1400" dirty="0">
                    <a:latin typeface="+mj-lt"/>
                  </a:rPr>
                  <a:t>Preparado para</a:t>
                </a:r>
              </a:p>
              <a:p>
                <a:pPr marL="285750" indent="-285750">
                  <a:buFontTx/>
                  <a:buChar char="-"/>
                </a:pPr>
                <a:r>
                  <a:rPr lang="es-ES" sz="1400" dirty="0">
                    <a:latin typeface="+mj-lt"/>
                  </a:rPr>
                  <a:t>Preparado por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98447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DFF74-A618-F2AC-EC39-B068D773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307B4B32-7AF9-FB6F-9298-8E9E46C01DE0}"/>
              </a:ext>
            </a:extLst>
          </p:cNvPr>
          <p:cNvGrpSpPr/>
          <p:nvPr/>
        </p:nvGrpSpPr>
        <p:grpSpPr>
          <a:xfrm>
            <a:off x="638312" y="452201"/>
            <a:ext cx="2568204" cy="2085825"/>
            <a:chOff x="4811908" y="3311364"/>
            <a:chExt cx="2568204" cy="2085825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99C98D6-0396-FC91-1E2E-B3711FB0479D}"/>
                </a:ext>
              </a:extLst>
            </p:cNvPr>
            <p:cNvSpPr/>
            <p:nvPr/>
          </p:nvSpPr>
          <p:spPr>
            <a:xfrm>
              <a:off x="6164551" y="3311364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55D01282-2CE4-6A03-9F52-F5335C3C84A6}"/>
                </a:ext>
              </a:extLst>
            </p:cNvPr>
            <p:cNvSpPr/>
            <p:nvPr/>
          </p:nvSpPr>
          <p:spPr>
            <a:xfrm>
              <a:off x="6017856" y="3425738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2FA49B0E-4073-8A18-72D9-D539361EB0ED}"/>
                </a:ext>
              </a:extLst>
            </p:cNvPr>
            <p:cNvGrpSpPr/>
            <p:nvPr/>
          </p:nvGrpSpPr>
          <p:grpSpPr>
            <a:xfrm>
              <a:off x="4811908" y="3540112"/>
              <a:ext cx="2568204" cy="1857077"/>
              <a:chOff x="1406788" y="1307911"/>
              <a:chExt cx="2568204" cy="1857077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F6209F96-7DC9-D180-DDE2-0BA975FCC1EA}"/>
                  </a:ext>
                </a:extLst>
              </p:cNvPr>
              <p:cNvGrpSpPr/>
              <p:nvPr/>
            </p:nvGrpSpPr>
            <p:grpSpPr>
              <a:xfrm>
                <a:off x="2288562" y="1307911"/>
                <a:ext cx="804605" cy="882387"/>
                <a:chOff x="2100116" y="1161875"/>
                <a:chExt cx="1070929" cy="1174458"/>
              </a:xfrm>
            </p:grpSpPr>
            <p:sp>
              <p:nvSpPr>
                <p:cNvPr id="8" name="Rectángulo 7">
                  <a:extLst>
                    <a:ext uri="{FF2B5EF4-FFF2-40B4-BE49-F238E27FC236}">
                      <a16:creationId xmlns:a16="http://schemas.microsoft.com/office/drawing/2014/main" id="{FCB7FD0C-BEE3-5EF1-7B08-68A750E6C2A3}"/>
                    </a:ext>
                  </a:extLst>
                </p:cNvPr>
                <p:cNvSpPr/>
                <p:nvPr/>
              </p:nvSpPr>
              <p:spPr>
                <a:xfrm>
                  <a:off x="2336341" y="1161875"/>
                  <a:ext cx="834704" cy="117445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9" name="Elipse 8">
                  <a:extLst>
                    <a:ext uri="{FF2B5EF4-FFF2-40B4-BE49-F238E27FC236}">
                      <a16:creationId xmlns:a16="http://schemas.microsoft.com/office/drawing/2014/main" id="{5B919FA8-9586-9DFD-28EC-0298B382BDED}"/>
                    </a:ext>
                  </a:extLst>
                </p:cNvPr>
                <p:cNvSpPr/>
                <p:nvPr/>
              </p:nvSpPr>
              <p:spPr>
                <a:xfrm>
                  <a:off x="2100116" y="1305718"/>
                  <a:ext cx="644427" cy="21145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" name="Rectángulo 9">
                  <a:extLst>
                    <a:ext uri="{FF2B5EF4-FFF2-40B4-BE49-F238E27FC236}">
                      <a16:creationId xmlns:a16="http://schemas.microsoft.com/office/drawing/2014/main" id="{78173E30-4025-2731-CE46-57F9C329B57F}"/>
                    </a:ext>
                  </a:extLst>
                </p:cNvPr>
                <p:cNvSpPr/>
                <p:nvPr/>
              </p:nvSpPr>
              <p:spPr>
                <a:xfrm>
                  <a:off x="2100116" y="1639180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5134015D-0779-647B-DF9C-038D96687030}"/>
                    </a:ext>
                  </a:extLst>
                </p:cNvPr>
                <p:cNvSpPr/>
                <p:nvPr/>
              </p:nvSpPr>
              <p:spPr>
                <a:xfrm>
                  <a:off x="2100116" y="1972642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EC95AF9-78AC-73E1-6C98-CF0F377E7A16}"/>
                  </a:ext>
                </a:extLst>
              </p:cNvPr>
              <p:cNvSpPr txBox="1"/>
              <p:nvPr/>
            </p:nvSpPr>
            <p:spPr>
              <a:xfrm>
                <a:off x="1406788" y="2210881"/>
                <a:ext cx="2568204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400" b="1" dirty="0" err="1">
                    <a:latin typeface="+mj-lt"/>
                  </a:rPr>
                  <a:t>archetypes</a:t>
                </a:r>
                <a:r>
                  <a:rPr lang="es-ES" sz="1400" b="1" dirty="0">
                    <a:latin typeface="+mj-lt"/>
                  </a:rPr>
                  <a:t>/general/section.xsl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Genera </a:t>
                </a:r>
                <a:r>
                  <a:rPr lang="es-ES" sz="1400" dirty="0" err="1">
                    <a:latin typeface="+mj-lt"/>
                  </a:rPr>
                  <a:t>section</a:t>
                </a:r>
                <a:r>
                  <a:rPr lang="es-ES" sz="1400" dirty="0">
                    <a:latin typeface="+mj-lt"/>
                  </a:rPr>
                  <a:t> en HTML normal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Genera </a:t>
                </a:r>
                <a:r>
                  <a:rPr lang="es-ES" sz="1400" dirty="0" err="1">
                    <a:latin typeface="+mj-lt"/>
                  </a:rPr>
                  <a:t>section</a:t>
                </a:r>
                <a:r>
                  <a:rPr lang="es-ES" sz="1400" dirty="0">
                    <a:latin typeface="+mj-lt"/>
                  </a:rPr>
                  <a:t> en TOC</a:t>
                </a:r>
              </a:p>
              <a:p>
                <a:pPr algn="ctr"/>
                <a:r>
                  <a:rPr lang="es-ES" sz="1400" b="1" i="1" dirty="0">
                    <a:latin typeface="+mj-lt"/>
                  </a:rPr>
                  <a:t>¿dividir en dos archivos?</a:t>
                </a:r>
              </a:p>
            </p:txBody>
          </p:sp>
        </p:grp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CCD10193-CFF3-8835-E78E-11ABDF662FE3}"/>
              </a:ext>
            </a:extLst>
          </p:cNvPr>
          <p:cNvGrpSpPr/>
          <p:nvPr/>
        </p:nvGrpSpPr>
        <p:grpSpPr>
          <a:xfrm>
            <a:off x="3459194" y="452201"/>
            <a:ext cx="2705420" cy="2301269"/>
            <a:chOff x="4743306" y="3311364"/>
            <a:chExt cx="2705420" cy="2301269"/>
          </a:xfrm>
        </p:grpSpPr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32C7E85D-8F9F-1D49-B6AD-44939B5B96C3}"/>
                </a:ext>
              </a:extLst>
            </p:cNvPr>
            <p:cNvSpPr/>
            <p:nvPr/>
          </p:nvSpPr>
          <p:spPr>
            <a:xfrm>
              <a:off x="6164551" y="3311364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94B03166-2467-8C95-4040-33164BD4B843}"/>
                </a:ext>
              </a:extLst>
            </p:cNvPr>
            <p:cNvSpPr/>
            <p:nvPr/>
          </p:nvSpPr>
          <p:spPr>
            <a:xfrm>
              <a:off x="6017856" y="3425738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E396EECD-9BD2-E2B0-2342-F25F2E8F24D7}"/>
                </a:ext>
              </a:extLst>
            </p:cNvPr>
            <p:cNvGrpSpPr/>
            <p:nvPr/>
          </p:nvGrpSpPr>
          <p:grpSpPr>
            <a:xfrm>
              <a:off x="4743306" y="3540112"/>
              <a:ext cx="2705420" cy="2072521"/>
              <a:chOff x="1338186" y="1307911"/>
              <a:chExt cx="2705420" cy="2072521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B1D04149-E717-F09C-B259-758D43D0FB04}"/>
                  </a:ext>
                </a:extLst>
              </p:cNvPr>
              <p:cNvGrpSpPr/>
              <p:nvPr/>
            </p:nvGrpSpPr>
            <p:grpSpPr>
              <a:xfrm>
                <a:off x="2288562" y="1307911"/>
                <a:ext cx="804605" cy="882387"/>
                <a:chOff x="2100116" y="1161875"/>
                <a:chExt cx="1070929" cy="1174458"/>
              </a:xfrm>
            </p:grpSpPr>
            <p:sp>
              <p:nvSpPr>
                <p:cNvPr id="48" name="Rectángulo 47">
                  <a:extLst>
                    <a:ext uri="{FF2B5EF4-FFF2-40B4-BE49-F238E27FC236}">
                      <a16:creationId xmlns:a16="http://schemas.microsoft.com/office/drawing/2014/main" id="{D1F7EFFF-7DE6-3F50-1A24-E8C4E94C5068}"/>
                    </a:ext>
                  </a:extLst>
                </p:cNvPr>
                <p:cNvSpPr/>
                <p:nvPr/>
              </p:nvSpPr>
              <p:spPr>
                <a:xfrm>
                  <a:off x="2336341" y="1161875"/>
                  <a:ext cx="834704" cy="117445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FFD4B123-244D-2AEC-1593-F3DBC53645BD}"/>
                    </a:ext>
                  </a:extLst>
                </p:cNvPr>
                <p:cNvSpPr/>
                <p:nvPr/>
              </p:nvSpPr>
              <p:spPr>
                <a:xfrm>
                  <a:off x="2100116" y="1305718"/>
                  <a:ext cx="644427" cy="21145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0" name="Rectángulo 49">
                  <a:extLst>
                    <a:ext uri="{FF2B5EF4-FFF2-40B4-BE49-F238E27FC236}">
                      <a16:creationId xmlns:a16="http://schemas.microsoft.com/office/drawing/2014/main" id="{05904334-6E8E-409D-7E62-98429DF447BC}"/>
                    </a:ext>
                  </a:extLst>
                </p:cNvPr>
                <p:cNvSpPr/>
                <p:nvPr/>
              </p:nvSpPr>
              <p:spPr>
                <a:xfrm>
                  <a:off x="2100116" y="1639180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1" name="Rectángulo 50">
                  <a:extLst>
                    <a:ext uri="{FF2B5EF4-FFF2-40B4-BE49-F238E27FC236}">
                      <a16:creationId xmlns:a16="http://schemas.microsoft.com/office/drawing/2014/main" id="{16B24B98-A266-D610-FC6E-0972190C8088}"/>
                    </a:ext>
                  </a:extLst>
                </p:cNvPr>
                <p:cNvSpPr/>
                <p:nvPr/>
              </p:nvSpPr>
              <p:spPr>
                <a:xfrm>
                  <a:off x="2100116" y="1972642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E91BC50B-80D1-B872-4147-F7685FCE050D}"/>
                  </a:ext>
                </a:extLst>
              </p:cNvPr>
              <p:cNvSpPr txBox="1"/>
              <p:nvPr/>
            </p:nvSpPr>
            <p:spPr>
              <a:xfrm>
                <a:off x="1338186" y="2210881"/>
                <a:ext cx="2705420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400" b="1" dirty="0" err="1">
                    <a:latin typeface="+mj-lt"/>
                  </a:rPr>
                  <a:t>archetypes</a:t>
                </a:r>
                <a:r>
                  <a:rPr lang="es-ES" sz="1400" b="1" dirty="0">
                    <a:latin typeface="+mj-lt"/>
                  </a:rPr>
                  <a:t>/general/appendix.xsl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Genera </a:t>
                </a:r>
                <a:r>
                  <a:rPr lang="es-ES" sz="1400" dirty="0" err="1">
                    <a:latin typeface="+mj-lt"/>
                  </a:rPr>
                  <a:t>appendix</a:t>
                </a:r>
                <a:r>
                  <a:rPr lang="es-ES" sz="1400" dirty="0">
                    <a:latin typeface="+mj-lt"/>
                  </a:rPr>
                  <a:t> en HTML normal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Genera </a:t>
                </a:r>
                <a:r>
                  <a:rPr lang="es-ES" sz="1400" dirty="0" err="1">
                    <a:latin typeface="+mj-lt"/>
                  </a:rPr>
                  <a:t>appendix</a:t>
                </a:r>
                <a:r>
                  <a:rPr lang="es-ES" sz="1400" dirty="0">
                    <a:latin typeface="+mj-lt"/>
                  </a:rPr>
                  <a:t> en TOC</a:t>
                </a:r>
              </a:p>
              <a:p>
                <a:pPr algn="ctr"/>
                <a:r>
                  <a:rPr lang="es-ES" sz="1400" b="1" i="1" dirty="0">
                    <a:latin typeface="+mj-lt"/>
                  </a:rPr>
                  <a:t>Muy similar a section.xls</a:t>
                </a:r>
              </a:p>
              <a:p>
                <a:pPr algn="ctr"/>
                <a:r>
                  <a:rPr lang="es-ES" sz="1400" b="1" i="1" dirty="0">
                    <a:latin typeface="+mj-lt"/>
                  </a:rPr>
                  <a:t>¿dividir en dos archivos?</a:t>
                </a:r>
              </a:p>
            </p:txBody>
          </p:sp>
        </p:grp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5963B36C-1D5C-644A-1B11-7FAC51C640DB}"/>
              </a:ext>
            </a:extLst>
          </p:cNvPr>
          <p:cNvGrpSpPr/>
          <p:nvPr/>
        </p:nvGrpSpPr>
        <p:grpSpPr>
          <a:xfrm>
            <a:off x="6417292" y="452764"/>
            <a:ext cx="2757934" cy="1870382"/>
            <a:chOff x="4717062" y="3311364"/>
            <a:chExt cx="2757934" cy="1870382"/>
          </a:xfrm>
        </p:grpSpPr>
        <p:sp>
          <p:nvSpPr>
            <p:cNvPr id="53" name="Rectángulo 52">
              <a:extLst>
                <a:ext uri="{FF2B5EF4-FFF2-40B4-BE49-F238E27FC236}">
                  <a16:creationId xmlns:a16="http://schemas.microsoft.com/office/drawing/2014/main" id="{B25D6AA1-C6C4-893F-9335-D767BAE52E81}"/>
                </a:ext>
              </a:extLst>
            </p:cNvPr>
            <p:cNvSpPr/>
            <p:nvPr/>
          </p:nvSpPr>
          <p:spPr>
            <a:xfrm>
              <a:off x="6164551" y="3311364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4" name="Rectángulo 53">
              <a:extLst>
                <a:ext uri="{FF2B5EF4-FFF2-40B4-BE49-F238E27FC236}">
                  <a16:creationId xmlns:a16="http://schemas.microsoft.com/office/drawing/2014/main" id="{6930CAB1-8794-0283-F0C8-62B4EE75AFA7}"/>
                </a:ext>
              </a:extLst>
            </p:cNvPr>
            <p:cNvSpPr/>
            <p:nvPr/>
          </p:nvSpPr>
          <p:spPr>
            <a:xfrm>
              <a:off x="6017856" y="3425738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55FF4F96-6FF2-2B98-0A90-BD2CAF8B7B14}"/>
                </a:ext>
              </a:extLst>
            </p:cNvPr>
            <p:cNvGrpSpPr/>
            <p:nvPr/>
          </p:nvGrpSpPr>
          <p:grpSpPr>
            <a:xfrm>
              <a:off x="4717062" y="3540112"/>
              <a:ext cx="2757934" cy="1641634"/>
              <a:chOff x="1311942" y="1307911"/>
              <a:chExt cx="2757934" cy="1641634"/>
            </a:xfrm>
          </p:grpSpPr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35D13028-4365-3315-BCFF-465633A74C57}"/>
                  </a:ext>
                </a:extLst>
              </p:cNvPr>
              <p:cNvGrpSpPr/>
              <p:nvPr/>
            </p:nvGrpSpPr>
            <p:grpSpPr>
              <a:xfrm>
                <a:off x="2288562" y="1307911"/>
                <a:ext cx="804605" cy="882387"/>
                <a:chOff x="2100116" y="1161875"/>
                <a:chExt cx="1070929" cy="1174458"/>
              </a:xfrm>
            </p:grpSpPr>
            <p:sp>
              <p:nvSpPr>
                <p:cNvPr id="58" name="Rectángulo 57">
                  <a:extLst>
                    <a:ext uri="{FF2B5EF4-FFF2-40B4-BE49-F238E27FC236}">
                      <a16:creationId xmlns:a16="http://schemas.microsoft.com/office/drawing/2014/main" id="{7C81E750-93DD-9D0E-3A01-7BC3E9A9DBAB}"/>
                    </a:ext>
                  </a:extLst>
                </p:cNvPr>
                <p:cNvSpPr/>
                <p:nvPr/>
              </p:nvSpPr>
              <p:spPr>
                <a:xfrm>
                  <a:off x="2336341" y="1161875"/>
                  <a:ext cx="834704" cy="117445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9" name="Elipse 58">
                  <a:extLst>
                    <a:ext uri="{FF2B5EF4-FFF2-40B4-BE49-F238E27FC236}">
                      <a16:creationId xmlns:a16="http://schemas.microsoft.com/office/drawing/2014/main" id="{00FCBD1C-E8BC-37DB-9413-C60930356555}"/>
                    </a:ext>
                  </a:extLst>
                </p:cNvPr>
                <p:cNvSpPr/>
                <p:nvPr/>
              </p:nvSpPr>
              <p:spPr>
                <a:xfrm>
                  <a:off x="2100116" y="1305718"/>
                  <a:ext cx="644427" cy="21145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0" name="Rectángulo 59">
                  <a:extLst>
                    <a:ext uri="{FF2B5EF4-FFF2-40B4-BE49-F238E27FC236}">
                      <a16:creationId xmlns:a16="http://schemas.microsoft.com/office/drawing/2014/main" id="{F0AADD75-9364-3F38-458B-780D27A0D6E0}"/>
                    </a:ext>
                  </a:extLst>
                </p:cNvPr>
                <p:cNvSpPr/>
                <p:nvPr/>
              </p:nvSpPr>
              <p:spPr>
                <a:xfrm>
                  <a:off x="2100116" y="1639180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1" name="Rectángulo 60">
                  <a:extLst>
                    <a:ext uri="{FF2B5EF4-FFF2-40B4-BE49-F238E27FC236}">
                      <a16:creationId xmlns:a16="http://schemas.microsoft.com/office/drawing/2014/main" id="{FF8E26BE-8D46-5644-960B-0DCC163B80CC}"/>
                    </a:ext>
                  </a:extLst>
                </p:cNvPr>
                <p:cNvSpPr/>
                <p:nvPr/>
              </p:nvSpPr>
              <p:spPr>
                <a:xfrm>
                  <a:off x="2100116" y="1972642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00CB2B11-F1CC-B980-36BC-F9C0779080E9}"/>
                  </a:ext>
                </a:extLst>
              </p:cNvPr>
              <p:cNvSpPr txBox="1"/>
              <p:nvPr/>
            </p:nvSpPr>
            <p:spPr>
              <a:xfrm>
                <a:off x="1311942" y="2210881"/>
                <a:ext cx="2757934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400" b="1" dirty="0" err="1">
                    <a:latin typeface="+mj-lt"/>
                  </a:rPr>
                  <a:t>archetypes</a:t>
                </a:r>
                <a:r>
                  <a:rPr lang="es-ES" sz="1400" b="1" dirty="0">
                    <a:latin typeface="+mj-lt"/>
                  </a:rPr>
                  <a:t>/general/paragraph.xsl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Genera el texto del párrafo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llamando a </a:t>
                </a:r>
                <a:r>
                  <a:rPr lang="es-ES" sz="1400" dirty="0" err="1">
                    <a:latin typeface="+mj-lt"/>
                  </a:rPr>
                  <a:t>generate_markdown</a:t>
                </a:r>
                <a:endParaRPr lang="es-ES" sz="1400" b="1" i="1" dirty="0">
                  <a:latin typeface="+mj-lt"/>
                </a:endParaRPr>
              </a:p>
            </p:txBody>
          </p:sp>
        </p:grp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FD6EA05B-565E-2044-1FBB-F19A29B8DBD5}"/>
              </a:ext>
            </a:extLst>
          </p:cNvPr>
          <p:cNvGrpSpPr/>
          <p:nvPr/>
        </p:nvGrpSpPr>
        <p:grpSpPr>
          <a:xfrm>
            <a:off x="177352" y="3002801"/>
            <a:ext cx="3826817" cy="2085825"/>
            <a:chOff x="4182624" y="3311364"/>
            <a:chExt cx="3826817" cy="2085825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50405F49-8194-66DC-4A73-451F531198B2}"/>
                </a:ext>
              </a:extLst>
            </p:cNvPr>
            <p:cNvSpPr/>
            <p:nvPr/>
          </p:nvSpPr>
          <p:spPr>
            <a:xfrm>
              <a:off x="6164551" y="3311364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4D8A38A6-C060-2F6F-41AB-1551509148A9}"/>
                </a:ext>
              </a:extLst>
            </p:cNvPr>
            <p:cNvSpPr/>
            <p:nvPr/>
          </p:nvSpPr>
          <p:spPr>
            <a:xfrm>
              <a:off x="6017856" y="3425738"/>
              <a:ext cx="627126" cy="88238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DD16FBF9-B305-D1B6-A097-E262F67E428A}"/>
                </a:ext>
              </a:extLst>
            </p:cNvPr>
            <p:cNvGrpSpPr/>
            <p:nvPr/>
          </p:nvGrpSpPr>
          <p:grpSpPr>
            <a:xfrm>
              <a:off x="4182624" y="3540112"/>
              <a:ext cx="3826817" cy="1857077"/>
              <a:chOff x="777504" y="1307911"/>
              <a:chExt cx="3826817" cy="1857077"/>
            </a:xfrm>
          </p:grpSpPr>
          <p:grpSp>
            <p:nvGrpSpPr>
              <p:cNvPr id="66" name="Grupo 65">
                <a:extLst>
                  <a:ext uri="{FF2B5EF4-FFF2-40B4-BE49-F238E27FC236}">
                    <a16:creationId xmlns:a16="http://schemas.microsoft.com/office/drawing/2014/main" id="{FBD5B220-C9A6-69C0-3201-59A48BC93347}"/>
                  </a:ext>
                </a:extLst>
              </p:cNvPr>
              <p:cNvGrpSpPr/>
              <p:nvPr/>
            </p:nvGrpSpPr>
            <p:grpSpPr>
              <a:xfrm>
                <a:off x="2288562" y="1307911"/>
                <a:ext cx="804605" cy="882387"/>
                <a:chOff x="2100116" y="1161875"/>
                <a:chExt cx="1070929" cy="1174458"/>
              </a:xfrm>
            </p:grpSpPr>
            <p:sp>
              <p:nvSpPr>
                <p:cNvPr id="68" name="Rectángulo 67">
                  <a:extLst>
                    <a:ext uri="{FF2B5EF4-FFF2-40B4-BE49-F238E27FC236}">
                      <a16:creationId xmlns:a16="http://schemas.microsoft.com/office/drawing/2014/main" id="{91EC1B53-35D1-5A36-F0E0-9ACF59A07FEA}"/>
                    </a:ext>
                  </a:extLst>
                </p:cNvPr>
                <p:cNvSpPr/>
                <p:nvPr/>
              </p:nvSpPr>
              <p:spPr>
                <a:xfrm>
                  <a:off x="2336341" y="1161875"/>
                  <a:ext cx="834704" cy="117445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9" name="Elipse 68">
                  <a:extLst>
                    <a:ext uri="{FF2B5EF4-FFF2-40B4-BE49-F238E27FC236}">
                      <a16:creationId xmlns:a16="http://schemas.microsoft.com/office/drawing/2014/main" id="{772CD5F7-44D0-849F-639B-DB8637B79D80}"/>
                    </a:ext>
                  </a:extLst>
                </p:cNvPr>
                <p:cNvSpPr/>
                <p:nvPr/>
              </p:nvSpPr>
              <p:spPr>
                <a:xfrm>
                  <a:off x="2100116" y="1305718"/>
                  <a:ext cx="644427" cy="21145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70" name="Rectángulo 69">
                  <a:extLst>
                    <a:ext uri="{FF2B5EF4-FFF2-40B4-BE49-F238E27FC236}">
                      <a16:creationId xmlns:a16="http://schemas.microsoft.com/office/drawing/2014/main" id="{DF05BA91-7C0F-C66D-4F63-CEB8A44A1B53}"/>
                    </a:ext>
                  </a:extLst>
                </p:cNvPr>
                <p:cNvSpPr/>
                <p:nvPr/>
              </p:nvSpPr>
              <p:spPr>
                <a:xfrm>
                  <a:off x="2100116" y="1639180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71" name="Rectángulo 70">
                  <a:extLst>
                    <a:ext uri="{FF2B5EF4-FFF2-40B4-BE49-F238E27FC236}">
                      <a16:creationId xmlns:a16="http://schemas.microsoft.com/office/drawing/2014/main" id="{CB4E953D-130F-A6E8-42CA-365AC9B27E14}"/>
                    </a:ext>
                  </a:extLst>
                </p:cNvPr>
                <p:cNvSpPr/>
                <p:nvPr/>
              </p:nvSpPr>
              <p:spPr>
                <a:xfrm>
                  <a:off x="2100116" y="1972642"/>
                  <a:ext cx="644427" cy="21145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49D06E81-1EA3-2618-2350-F1CF844612F6}"/>
                  </a:ext>
                </a:extLst>
              </p:cNvPr>
              <p:cNvSpPr txBox="1"/>
              <p:nvPr/>
            </p:nvSpPr>
            <p:spPr>
              <a:xfrm>
                <a:off x="777504" y="2210881"/>
                <a:ext cx="3826817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400" b="1" dirty="0" err="1">
                    <a:latin typeface="+mj-lt"/>
                  </a:rPr>
                  <a:t>archetypes</a:t>
                </a:r>
                <a:r>
                  <a:rPr lang="es-ES" sz="1400" b="1" dirty="0">
                    <a:latin typeface="+mj-lt"/>
                  </a:rPr>
                  <a:t>/general/glossary_item.xsl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Genera un &lt;</a:t>
                </a:r>
                <a:r>
                  <a:rPr lang="es-ES" sz="1400" dirty="0" err="1">
                    <a:latin typeface="+mj-lt"/>
                  </a:rPr>
                  <a:t>span</a:t>
                </a:r>
                <a:r>
                  <a:rPr lang="es-ES" sz="1400" dirty="0">
                    <a:latin typeface="+mj-lt"/>
                  </a:rPr>
                  <a:t> </a:t>
                </a:r>
                <a:r>
                  <a:rPr lang="es-ES" sz="1400" dirty="0" err="1">
                    <a:latin typeface="+mj-lt"/>
                  </a:rPr>
                  <a:t>class</a:t>
                </a:r>
                <a:r>
                  <a:rPr lang="es-ES" sz="1400" dirty="0">
                    <a:latin typeface="+mj-lt"/>
                  </a:rPr>
                  <a:t>=“</a:t>
                </a:r>
                <a:r>
                  <a:rPr lang="es-ES" sz="1400" dirty="0" err="1">
                    <a:latin typeface="+mj-lt"/>
                  </a:rPr>
                  <a:t>glo_name</a:t>
                </a:r>
                <a:r>
                  <a:rPr lang="es-ES" sz="1400" dirty="0">
                    <a:latin typeface="+mj-lt"/>
                  </a:rPr>
                  <a:t>”&gt; con el 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nombre y el resto llamando a </a:t>
                </a:r>
                <a:r>
                  <a:rPr lang="es-ES" sz="1400" dirty="0" err="1">
                    <a:latin typeface="+mj-lt"/>
                  </a:rPr>
                  <a:t>generate_markdown</a:t>
                </a:r>
                <a:r>
                  <a:rPr lang="es-ES" sz="1400" dirty="0">
                    <a:latin typeface="+mj-lt"/>
                  </a:rPr>
                  <a:t>.</a:t>
                </a:r>
              </a:p>
              <a:p>
                <a:pPr algn="ctr"/>
                <a:r>
                  <a:rPr lang="es-ES" sz="1400" dirty="0">
                    <a:latin typeface="+mj-lt"/>
                  </a:rPr>
                  <a:t>Si hay imagen, la añade en un &lt;</a:t>
                </a:r>
                <a:r>
                  <a:rPr lang="es-ES" sz="1400" dirty="0" err="1">
                    <a:latin typeface="+mj-lt"/>
                  </a:rPr>
                  <a:t>div</a:t>
                </a:r>
                <a:r>
                  <a:rPr lang="es-ES" sz="1400" dirty="0">
                    <a:latin typeface="+mj-lt"/>
                  </a:rPr>
                  <a:t>&gt;.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31293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480</Words>
  <Application>Microsoft Office PowerPoint</Application>
  <PresentationFormat>Panorámica</PresentationFormat>
  <Paragraphs>83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AMADOR DURAN TORO</dc:creator>
  <cp:lastModifiedBy>AMADOR DURAN TORO</cp:lastModifiedBy>
  <cp:revision>4</cp:revision>
  <cp:lastPrinted>2026-09-09T11:21:39Z</cp:lastPrinted>
  <dcterms:created xsi:type="dcterms:W3CDTF">2026-07-29T09:20:51Z</dcterms:created>
  <dcterms:modified xsi:type="dcterms:W3CDTF">2026-09-09T11:22:32Z</dcterms:modified>
</cp:coreProperties>
</file>