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797675" cy="987266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2643298" y="276463"/>
            <a:ext cx="3634969" cy="1426190"/>
            <a:chOff x="873387" y="1307911"/>
            <a:chExt cx="3634969" cy="142619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873387" y="2210881"/>
              <a:ext cx="36349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 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25473" y="941432"/>
            <a:ext cx="3780651" cy="1641634"/>
            <a:chOff x="800552" y="1307911"/>
            <a:chExt cx="3780651" cy="1641634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800552" y="2210881"/>
              <a:ext cx="378065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301269"/>
            <a:chOff x="4425036" y="3311364"/>
            <a:chExt cx="3341941" cy="2301269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072521"/>
              <a:chOff x="1019916" y="1307911"/>
              <a:chExt cx="3341941" cy="2072521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583067"/>
            <a:ext cx="1683170" cy="1232997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977284" y="3136744"/>
            <a:ext cx="1549975" cy="2085825"/>
            <a:chOff x="5321017" y="3311364"/>
            <a:chExt cx="1549975" cy="2085825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321017" y="3540112"/>
              <a:ext cx="1549975" cy="1857077"/>
              <a:chOff x="1915897" y="1307911"/>
              <a:chExt cx="1549975" cy="1857077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915897" y="2210881"/>
                <a:ext cx="1549975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84395" y="778370"/>
              <a:ext cx="8851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334729" y="735499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406143" y="2613941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630309" y="3141653"/>
            <a:ext cx="3048527" cy="3593931"/>
            <a:chOff x="4571744" y="3311364"/>
            <a:chExt cx="3048527" cy="3593931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571744" y="3540112"/>
              <a:ext cx="3048527" cy="3365183"/>
              <a:chOff x="1166624" y="1307911"/>
              <a:chExt cx="3048527" cy="3365183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1166624" y="2210881"/>
                <a:ext cx="3048527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/default.xsl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(HTML para arquetipos generales)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Falta la matriz de trazabilidad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72532" y="2152180"/>
            <a:ext cx="344771" cy="984565"/>
            <a:chOff x="3630531" y="3106613"/>
            <a:chExt cx="366962" cy="859309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909236" y="3106613"/>
              <a:ext cx="88257" cy="859309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438953">
              <a:off x="3423359" y="3382945"/>
              <a:ext cx="752144" cy="337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81"/>
            <a:ext cx="2319378" cy="989475"/>
            <a:chOff x="2303215" y="3192852"/>
            <a:chExt cx="2468655" cy="863594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2303215" y="3192852"/>
              <a:ext cx="2468655" cy="863594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403111">
              <a:off x="3141104" y="3361681"/>
              <a:ext cx="917244" cy="276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498894" y="448408"/>
            <a:ext cx="3637086" cy="4024818"/>
            <a:chOff x="4277467" y="3311364"/>
            <a:chExt cx="3637086" cy="4024818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277467" y="3540112"/>
              <a:ext cx="3637086" cy="3796070"/>
              <a:chOff x="872347" y="1307911"/>
              <a:chExt cx="3637086" cy="3796070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872347" y="2210881"/>
                <a:ext cx="3637086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b="1" dirty="0">
                    <a:latin typeface="+mj-lt"/>
                  </a:rPr>
                  <a:t>¿</a:t>
                </a:r>
                <a:r>
                  <a:rPr lang="es-ES" sz="1400" b="1" dirty="0" err="1">
                    <a:latin typeface="+mj-lt"/>
                  </a:rPr>
                  <a:t>generate_markdown</a:t>
                </a:r>
                <a:r>
                  <a:rPr lang="es-ES" sz="1400" b="1" dirty="0">
                    <a:latin typeface="+mj-lt"/>
                  </a:rPr>
                  <a:t> generar &lt;</a:t>
                </a:r>
                <a:r>
                  <a:rPr lang="es-ES" sz="1400" b="1" dirty="0" err="1">
                    <a:latin typeface="+mj-lt"/>
                  </a:rPr>
                  <a:t>div</a:t>
                </a:r>
                <a:r>
                  <a:rPr lang="es-ES" sz="1400" b="1" dirty="0">
                    <a:latin typeface="+mj-lt"/>
                  </a:rPr>
                  <a:t>&gt; o &lt;p&gt;? -&gt;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No, elimina los &lt;p&gt;…&lt;/p&gt;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FF74-A618-F2AC-EC39-B068D773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307B4B32-7AF9-FB6F-9298-8E9E46C01DE0}"/>
              </a:ext>
            </a:extLst>
          </p:cNvPr>
          <p:cNvGrpSpPr/>
          <p:nvPr/>
        </p:nvGrpSpPr>
        <p:grpSpPr>
          <a:xfrm>
            <a:off x="638312" y="452201"/>
            <a:ext cx="2568204" cy="2085825"/>
            <a:chOff x="4811908" y="3311364"/>
            <a:chExt cx="2568204" cy="2085825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99C98D6-0396-FC91-1E2E-B3711FB0479D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55D01282-2CE4-6A03-9F52-F5335C3C84A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FA49B0E-4073-8A18-72D9-D539361EB0ED}"/>
                </a:ext>
              </a:extLst>
            </p:cNvPr>
            <p:cNvGrpSpPr/>
            <p:nvPr/>
          </p:nvGrpSpPr>
          <p:grpSpPr>
            <a:xfrm>
              <a:off x="4811908" y="3540112"/>
              <a:ext cx="2568204" cy="1857077"/>
              <a:chOff x="1406788" y="1307911"/>
              <a:chExt cx="2568204" cy="185707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F6209F96-7DC9-D180-DDE2-0BA975FCC1E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FCB7FD0C-BEE3-5EF1-7B08-68A750E6C2A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5B919FA8-9586-9DFD-28EC-0298B382BDE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78173E30-4025-2731-CE46-57F9C329B57F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5134015D-0779-647B-DF9C-038D96687030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EC95AF9-78AC-73E1-6C98-CF0F377E7A16}"/>
                  </a:ext>
                </a:extLst>
              </p:cNvPr>
              <p:cNvSpPr txBox="1"/>
              <p:nvPr/>
            </p:nvSpPr>
            <p:spPr>
              <a:xfrm>
                <a:off x="1406788" y="2210881"/>
                <a:ext cx="256820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D10193-CFF3-8835-E78E-11ABDF662FE3}"/>
              </a:ext>
            </a:extLst>
          </p:cNvPr>
          <p:cNvGrpSpPr/>
          <p:nvPr/>
        </p:nvGrpSpPr>
        <p:grpSpPr>
          <a:xfrm>
            <a:off x="3459194" y="452201"/>
            <a:ext cx="2705420" cy="2301269"/>
            <a:chOff x="4743306" y="3311364"/>
            <a:chExt cx="2705420" cy="2301269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32C7E85D-8F9F-1D49-B6AD-44939B5B96C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94B03166-2467-8C95-4040-33164BD4B843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E396EECD-9BD2-E2B0-2342-F25F2E8F24D7}"/>
                </a:ext>
              </a:extLst>
            </p:cNvPr>
            <p:cNvGrpSpPr/>
            <p:nvPr/>
          </p:nvGrpSpPr>
          <p:grpSpPr>
            <a:xfrm>
              <a:off x="4743306" y="3540112"/>
              <a:ext cx="2705420" cy="2072521"/>
              <a:chOff x="1338186" y="1307911"/>
              <a:chExt cx="2705420" cy="2072521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B1D04149-E717-F09C-B259-758D43D0FB0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48" name="Rectángulo 47">
                  <a:extLst>
                    <a:ext uri="{FF2B5EF4-FFF2-40B4-BE49-F238E27FC236}">
                      <a16:creationId xmlns:a16="http://schemas.microsoft.com/office/drawing/2014/main" id="{D1F7EFFF-7DE6-3F50-1A24-E8C4E94C506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9" name="Elipse 48">
                  <a:extLst>
                    <a:ext uri="{FF2B5EF4-FFF2-40B4-BE49-F238E27FC236}">
                      <a16:creationId xmlns:a16="http://schemas.microsoft.com/office/drawing/2014/main" id="{FFD4B123-244D-2AEC-1593-F3DBC53645B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05904334-6E8E-409D-7E62-98429DF447BC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6B24B98-A266-D610-FC6E-0972190C8088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E91BC50B-80D1-B872-4147-F7685FCE050D}"/>
                  </a:ext>
                </a:extLst>
              </p:cNvPr>
              <p:cNvSpPr txBox="1"/>
              <p:nvPr/>
            </p:nvSpPr>
            <p:spPr>
              <a:xfrm>
                <a:off x="1338186" y="2210881"/>
                <a:ext cx="2705420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/general/appendix.xsl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Muy similar a section.xls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5963B36C-1D5C-644A-1B11-7FAC51C640DB}"/>
              </a:ext>
            </a:extLst>
          </p:cNvPr>
          <p:cNvGrpSpPr/>
          <p:nvPr/>
        </p:nvGrpSpPr>
        <p:grpSpPr>
          <a:xfrm>
            <a:off x="6417292" y="452764"/>
            <a:ext cx="2757934" cy="1870382"/>
            <a:chOff x="4717062" y="3311364"/>
            <a:chExt cx="2757934" cy="1870382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B25D6AA1-C6C4-893F-9335-D767BAE52E8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6930CAB1-8794-0283-F0C8-62B4EE75AFA7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55FF4F96-6FF2-2B98-0A90-BD2CAF8B7B14}"/>
                </a:ext>
              </a:extLst>
            </p:cNvPr>
            <p:cNvGrpSpPr/>
            <p:nvPr/>
          </p:nvGrpSpPr>
          <p:grpSpPr>
            <a:xfrm>
              <a:off x="4717062" y="3540112"/>
              <a:ext cx="2757934" cy="1641634"/>
              <a:chOff x="1311942" y="1307911"/>
              <a:chExt cx="2757934" cy="1641634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35D13028-4365-3315-BCFF-465633A74C5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7C81E750-93DD-9D0E-3A01-7BC3E9A9DBAB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9" name="Elipse 58">
                  <a:extLst>
                    <a:ext uri="{FF2B5EF4-FFF2-40B4-BE49-F238E27FC236}">
                      <a16:creationId xmlns:a16="http://schemas.microsoft.com/office/drawing/2014/main" id="{00FCBD1C-E8BC-37DB-9413-C6093035655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F0AADD75-9364-3F38-458B-780D27A0D6E0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FF8E26BE-8D46-5644-960B-0DCC163B80C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00CB2B11-F1CC-B980-36BC-F9C0779080E9}"/>
                  </a:ext>
                </a:extLst>
              </p:cNvPr>
              <p:cNvSpPr txBox="1"/>
              <p:nvPr/>
            </p:nvSpPr>
            <p:spPr>
              <a:xfrm>
                <a:off x="1311942" y="2210881"/>
                <a:ext cx="275793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/general/paragraph.xsl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el texto del párrafo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endParaRPr lang="es-ES" sz="1400" b="1" i="1" dirty="0">
                  <a:latin typeface="+mj-lt"/>
                </a:endParaRPr>
              </a:p>
            </p:txBody>
          </p:sp>
        </p:grp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FD6EA05B-565E-2044-1FBB-F19A29B8DBD5}"/>
              </a:ext>
            </a:extLst>
          </p:cNvPr>
          <p:cNvGrpSpPr/>
          <p:nvPr/>
        </p:nvGrpSpPr>
        <p:grpSpPr>
          <a:xfrm>
            <a:off x="177352" y="3002801"/>
            <a:ext cx="3826817" cy="2085825"/>
            <a:chOff x="4182624" y="3311364"/>
            <a:chExt cx="3826817" cy="2085825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50405F49-8194-66DC-4A73-451F531198B2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4D8A38A6-C060-2F6F-41AB-1551509148A9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D16FBF9-B305-D1B6-A097-E262F67E428A}"/>
                </a:ext>
              </a:extLst>
            </p:cNvPr>
            <p:cNvGrpSpPr/>
            <p:nvPr/>
          </p:nvGrpSpPr>
          <p:grpSpPr>
            <a:xfrm>
              <a:off x="4182624" y="3540112"/>
              <a:ext cx="3826817" cy="1857077"/>
              <a:chOff x="777504" y="1307911"/>
              <a:chExt cx="3826817" cy="1857077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FBD5B220-C9A6-69C0-3201-59A48BC9334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8" name="Rectángulo 67">
                  <a:extLst>
                    <a:ext uri="{FF2B5EF4-FFF2-40B4-BE49-F238E27FC236}">
                      <a16:creationId xmlns:a16="http://schemas.microsoft.com/office/drawing/2014/main" id="{91EC1B53-35D1-5A36-F0E0-9ACF59A07FE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9" name="Elipse 68">
                  <a:extLst>
                    <a:ext uri="{FF2B5EF4-FFF2-40B4-BE49-F238E27FC236}">
                      <a16:creationId xmlns:a16="http://schemas.microsoft.com/office/drawing/2014/main" id="{772CD5F7-44D0-849F-639B-DB8637B79D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DF05BA91-7C0F-C66D-4F63-CEB8A44A1B53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1" name="Rectángulo 70">
                  <a:extLst>
                    <a:ext uri="{FF2B5EF4-FFF2-40B4-BE49-F238E27FC236}">
                      <a16:creationId xmlns:a16="http://schemas.microsoft.com/office/drawing/2014/main" id="{CB4E953D-130F-A6E8-42CA-365AC9B27E14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49D06E81-1EA3-2618-2350-F1CF844612F6}"/>
                  </a:ext>
                </a:extLst>
              </p:cNvPr>
              <p:cNvSpPr txBox="1"/>
              <p:nvPr/>
            </p:nvSpPr>
            <p:spPr>
              <a:xfrm>
                <a:off x="777504" y="2210881"/>
                <a:ext cx="382681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/general/glossary_item.xsl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un &lt;</a:t>
                </a:r>
                <a:r>
                  <a:rPr lang="es-ES" sz="1400" dirty="0" err="1">
                    <a:latin typeface="+mj-lt"/>
                  </a:rPr>
                  <a:t>span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class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glo_name</a:t>
                </a:r>
                <a:r>
                  <a:rPr lang="es-ES" sz="1400" dirty="0">
                    <a:latin typeface="+mj-lt"/>
                  </a:rPr>
                  <a:t>”&gt; con el 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nombre y el resto 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.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Si hay imagen, la añade en un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12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67BD650-7DE6-4C6C-A08F-3FF0F345B8E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55559" y="1437997"/>
            <a:ext cx="987517" cy="95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00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480</Words>
  <Application>Microsoft Office PowerPoint</Application>
  <PresentationFormat>Panorámica</PresentationFormat>
  <Paragraphs>83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Durán Toro</cp:lastModifiedBy>
  <cp:revision>5</cp:revision>
  <cp:lastPrinted>2026-09-09T11:21:39Z</cp:lastPrinted>
  <dcterms:created xsi:type="dcterms:W3CDTF">2026-07-29T09:20:51Z</dcterms:created>
  <dcterms:modified xsi:type="dcterms:W3CDTF">2026-09-12T20:50:09Z</dcterms:modified>
</cp:coreProperties>
</file>